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sldIdLst>
    <p:sldId id="256" r:id="rId2"/>
    <p:sldId id="257" r:id="rId3"/>
    <p:sldId id="258" r:id="rId4"/>
    <p:sldId id="274" r:id="rId5"/>
    <p:sldId id="268" r:id="rId6"/>
    <p:sldId id="271" r:id="rId7"/>
    <p:sldId id="272" r:id="rId8"/>
    <p:sldId id="270" r:id="rId9"/>
    <p:sldId id="259" r:id="rId10"/>
    <p:sldId id="260" r:id="rId11"/>
    <p:sldId id="262" r:id="rId12"/>
    <p:sldId id="261" r:id="rId13"/>
    <p:sldId id="275" r:id="rId14"/>
    <p:sldId id="264" r:id="rId15"/>
    <p:sldId id="265" r:id="rId16"/>
    <p:sldId id="266" r:id="rId17"/>
    <p:sldId id="267" r:id="rId18"/>
  </p:sldIdLst>
  <p:sldSz cx="12192000" cy="6858000"/>
  <p:notesSz cx="6858000" cy="9144000"/>
  <p:embeddedFontLst>
    <p:embeddedFont>
      <p:font typeface="맑은 고딕" panose="020B0503020000020004" pitchFamily="34" charset="-127"/>
      <p:regular r:id="rId19"/>
      <p:bold r:id="rId20"/>
    </p:embeddedFont>
    <p:embeddedFont>
      <p:font typeface="맑은 고딕" panose="020B0503020000020004" pitchFamily="34" charset="-127"/>
      <p:regular r:id="rId19"/>
      <p:bold r:id="rId20"/>
    </p:embeddedFont>
    <p:embeddedFont>
      <p:font typeface="Cambria Math" panose="02040503050406030204" pitchFamily="18" charset="0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8AFB"/>
    <a:srgbClr val="60B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BA1A3E-CD60-584E-9611-1F4F24E1A9E7}" v="898" dt="2024-12-27T05:36:25.9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06" autoAdjust="0"/>
    <p:restoredTop sz="96400"/>
  </p:normalViewPr>
  <p:slideViewPr>
    <p:cSldViewPr snapToGrid="0">
      <p:cViewPr varScale="1">
        <p:scale>
          <a:sx n="116" d="100"/>
          <a:sy n="116" d="100"/>
        </p:scale>
        <p:origin x="200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게스트 사용자" providerId="Windows Live" clId="Web-{48C1ED20-61B5-445F-8404-8B05EF3B0741}"/>
    <pc:docChg chg="modSld">
      <pc:chgData name="게스트 사용자" userId="" providerId="Windows Live" clId="Web-{48C1ED20-61B5-445F-8404-8B05EF3B0741}" dt="2024-12-03T10:40:25.542" v="12" actId="20577"/>
      <pc:docMkLst>
        <pc:docMk/>
      </pc:docMkLst>
      <pc:sldChg chg="modSp">
        <pc:chgData name="게스트 사용자" userId="" providerId="Windows Live" clId="Web-{48C1ED20-61B5-445F-8404-8B05EF3B0741}" dt="2024-12-03T10:40:25.542" v="12" actId="20577"/>
        <pc:sldMkLst>
          <pc:docMk/>
          <pc:sldMk cId="2954743829" sldId="275"/>
        </pc:sldMkLst>
        <pc:spChg chg="mod">
          <ac:chgData name="게스트 사용자" userId="" providerId="Windows Live" clId="Web-{48C1ED20-61B5-445F-8404-8B05EF3B0741}" dt="2024-12-03T10:40:25.542" v="12" actId="20577"/>
          <ac:spMkLst>
            <pc:docMk/>
            <pc:sldMk cId="2954743829" sldId="275"/>
            <ac:spMk id="36" creationId="{81ED66D4-BB29-FC29-468A-3E02CA258B2A}"/>
          </ac:spMkLst>
        </pc:spChg>
      </pc:sldChg>
    </pc:docChg>
  </pc:docChgLst>
  <pc:docChgLst>
    <pc:chgData name="게스트 사용자" providerId="Windows Live" clId="Web-{7769FEDE-03F5-4514-8004-EF4247E7786C}"/>
    <pc:docChg chg="modSld">
      <pc:chgData name="게스트 사용자" userId="" providerId="Windows Live" clId="Web-{7769FEDE-03F5-4514-8004-EF4247E7786C}" dt="2024-11-26T15:27:28.423" v="378" actId="1076"/>
      <pc:docMkLst>
        <pc:docMk/>
      </pc:docMkLst>
      <pc:sldChg chg="addSp delSp modSp">
        <pc:chgData name="게스트 사용자" userId="" providerId="Windows Live" clId="Web-{7769FEDE-03F5-4514-8004-EF4247E7786C}" dt="2024-11-26T15:27:28.423" v="378" actId="1076"/>
        <pc:sldMkLst>
          <pc:docMk/>
          <pc:sldMk cId="1281254546" sldId="265"/>
        </pc:sldMkLst>
        <pc:graphicFrameChg chg="add mod modGraphic">
          <ac:chgData name="게스트 사용자" userId="" providerId="Windows Live" clId="Web-{7769FEDE-03F5-4514-8004-EF4247E7786C}" dt="2024-11-26T15:27:04.047" v="377"/>
          <ac:graphicFrameMkLst>
            <pc:docMk/>
            <pc:sldMk cId="1281254546" sldId="265"/>
            <ac:graphicFrameMk id="9" creationId="{D1C031B8-CEE8-71F0-9D33-8E529C3CBF84}"/>
          </ac:graphicFrameMkLst>
        </pc:graphicFrameChg>
        <pc:graphicFrameChg chg="add mod modGraphic">
          <ac:chgData name="게스트 사용자" userId="" providerId="Windows Live" clId="Web-{7769FEDE-03F5-4514-8004-EF4247E7786C}" dt="2024-11-26T15:27:28.423" v="378" actId="1076"/>
          <ac:graphicFrameMkLst>
            <pc:docMk/>
            <pc:sldMk cId="1281254546" sldId="265"/>
            <ac:graphicFrameMk id="10" creationId="{BFF74C70-75B9-0AFE-B054-6F29E06AC0A4}"/>
          </ac:graphicFrameMkLst>
        </pc:graphicFrameChg>
      </pc:sldChg>
    </pc:docChg>
  </pc:docChgLst>
  <pc:docChgLst>
    <pc:chgData name="종민 이" userId="572b16d98f19c0c1" providerId="LiveId" clId="{52BA1A3E-CD60-584E-9611-1F4F24E1A9E7}"/>
    <pc:docChg chg="undo redo custSel addSld delSld modSld sldOrd modMainMaster">
      <pc:chgData name="종민 이" userId="572b16d98f19c0c1" providerId="LiveId" clId="{52BA1A3E-CD60-584E-9611-1F4F24E1A9E7}" dt="2024-12-28T05:50:24.345" v="17671" actId="1036"/>
      <pc:docMkLst>
        <pc:docMk/>
      </pc:docMkLst>
      <pc:sldChg chg="addSp delSp modSp mod setBg">
        <pc:chgData name="종민 이" userId="572b16d98f19c0c1" providerId="LiveId" clId="{52BA1A3E-CD60-584E-9611-1F4F24E1A9E7}" dt="2024-11-26T10:12:30.304" v="15590" actId="20577"/>
        <pc:sldMkLst>
          <pc:docMk/>
          <pc:sldMk cId="3569210928" sldId="256"/>
        </pc:sldMkLst>
        <pc:spChg chg="add mod">
          <ac:chgData name="종민 이" userId="572b16d98f19c0c1" providerId="LiveId" clId="{52BA1A3E-CD60-584E-9611-1F4F24E1A9E7}" dt="2024-11-26T10:12:30.304" v="15590" actId="20577"/>
          <ac:spMkLst>
            <pc:docMk/>
            <pc:sldMk cId="3569210928" sldId="256"/>
            <ac:spMk id="4" creationId="{7A34CB04-52B3-C596-DFC0-05F1D35687C8}"/>
          </ac:spMkLst>
        </pc:spChg>
        <pc:spChg chg="add mod">
          <ac:chgData name="종민 이" userId="572b16d98f19c0c1" providerId="LiveId" clId="{52BA1A3E-CD60-584E-9611-1F4F24E1A9E7}" dt="2024-11-26T07:14:22.983" v="15488" actId="20577"/>
          <ac:spMkLst>
            <pc:docMk/>
            <pc:sldMk cId="3569210928" sldId="256"/>
            <ac:spMk id="9" creationId="{FD7E2F25-7A40-684E-C851-526953CBB72A}"/>
          </ac:spMkLst>
        </pc:spChg>
        <pc:picChg chg="add mod">
          <ac:chgData name="종민 이" userId="572b16d98f19c0c1" providerId="LiveId" clId="{52BA1A3E-CD60-584E-9611-1F4F24E1A9E7}" dt="2024-11-21T09:34:59.678" v="270" actId="1076"/>
          <ac:picMkLst>
            <pc:docMk/>
            <pc:sldMk cId="3569210928" sldId="256"/>
            <ac:picMk id="5" creationId="{2999C312-C27A-D7D4-8F46-682E5D275C85}"/>
          </ac:picMkLst>
        </pc:picChg>
        <pc:cxnChg chg="add mod">
          <ac:chgData name="종민 이" userId="572b16d98f19c0c1" providerId="LiveId" clId="{52BA1A3E-CD60-584E-9611-1F4F24E1A9E7}" dt="2024-11-22T06:05:49.002" v="8385"/>
          <ac:cxnSpMkLst>
            <pc:docMk/>
            <pc:sldMk cId="3569210928" sldId="256"/>
            <ac:cxnSpMk id="2" creationId="{14E38545-1702-E54E-92E2-91D4CBE9E60E}"/>
          </ac:cxnSpMkLst>
        </pc:cxnChg>
        <pc:cxnChg chg="add mod">
          <ac:chgData name="종민 이" userId="572b16d98f19c0c1" providerId="LiveId" clId="{52BA1A3E-CD60-584E-9611-1F4F24E1A9E7}" dt="2024-11-22T06:06:03.906" v="8387" actId="1076"/>
          <ac:cxnSpMkLst>
            <pc:docMk/>
            <pc:sldMk cId="3569210928" sldId="256"/>
            <ac:cxnSpMk id="3" creationId="{8C90C9C8-9AD6-A7CB-5BEF-6EEE4F4F71BA}"/>
          </ac:cxnSpMkLst>
        </pc:cxnChg>
      </pc:sldChg>
      <pc:sldChg chg="addSp delSp modSp new mod ord">
        <pc:chgData name="종민 이" userId="572b16d98f19c0c1" providerId="LiveId" clId="{52BA1A3E-CD60-584E-9611-1F4F24E1A9E7}" dt="2024-11-22T19:58:18.048" v="14257" actId="1076"/>
        <pc:sldMkLst>
          <pc:docMk/>
          <pc:sldMk cId="3653251884" sldId="257"/>
        </pc:sldMkLst>
        <pc:spChg chg="mod">
          <ac:chgData name="종민 이" userId="572b16d98f19c0c1" providerId="LiveId" clId="{52BA1A3E-CD60-584E-9611-1F4F24E1A9E7}" dt="2024-11-22T05:51:27.086" v="8086" actId="1076"/>
          <ac:spMkLst>
            <pc:docMk/>
            <pc:sldMk cId="3653251884" sldId="257"/>
            <ac:spMk id="20" creationId="{818942B3-FDD4-9FC7-4B5F-F88C99F14073}"/>
          </ac:spMkLst>
        </pc:spChg>
        <pc:spChg chg="add mod">
          <ac:chgData name="종민 이" userId="572b16d98f19c0c1" providerId="LiveId" clId="{52BA1A3E-CD60-584E-9611-1F4F24E1A9E7}" dt="2024-11-22T19:17:30.767" v="12756" actId="255"/>
          <ac:spMkLst>
            <pc:docMk/>
            <pc:sldMk cId="3653251884" sldId="257"/>
            <ac:spMk id="26" creationId="{3DF5C35B-DDA7-E7C4-6467-103DF5E44372}"/>
          </ac:spMkLst>
        </pc:spChg>
        <pc:spChg chg="add mod">
          <ac:chgData name="종민 이" userId="572b16d98f19c0c1" providerId="LiveId" clId="{52BA1A3E-CD60-584E-9611-1F4F24E1A9E7}" dt="2024-11-22T08:04:38.750" v="10285" actId="20577"/>
          <ac:spMkLst>
            <pc:docMk/>
            <pc:sldMk cId="3653251884" sldId="257"/>
            <ac:spMk id="30" creationId="{1C5E3555-C403-6899-E822-2869020C5929}"/>
          </ac:spMkLst>
        </pc:spChg>
        <pc:spChg chg="add del mod">
          <ac:chgData name="종민 이" userId="572b16d98f19c0c1" providerId="LiveId" clId="{52BA1A3E-CD60-584E-9611-1F4F24E1A9E7}" dt="2024-11-21T10:41:02.035" v="2843" actId="403"/>
          <ac:spMkLst>
            <pc:docMk/>
            <pc:sldMk cId="3653251884" sldId="257"/>
            <ac:spMk id="33" creationId="{3A0014E3-A7C9-35F1-9D78-840910786FF3}"/>
          </ac:spMkLst>
        </pc:spChg>
        <pc:grpChg chg="add mod">
          <ac:chgData name="종민 이" userId="572b16d98f19c0c1" providerId="LiveId" clId="{52BA1A3E-CD60-584E-9611-1F4F24E1A9E7}" dt="2024-11-22T19:58:18.048" v="14257" actId="1076"/>
          <ac:grpSpMkLst>
            <pc:docMk/>
            <pc:sldMk cId="3653251884" sldId="257"/>
            <ac:grpSpMk id="19" creationId="{EDA04E24-7CB4-249D-25F7-FCD6A9955C7B}"/>
          </ac:grpSpMkLst>
        </pc:grpChg>
        <pc:grpChg chg="add mod">
          <ac:chgData name="종민 이" userId="572b16d98f19c0c1" providerId="LiveId" clId="{52BA1A3E-CD60-584E-9611-1F4F24E1A9E7}" dt="2024-11-21T10:40:39.045" v="2836" actId="1076"/>
          <ac:grpSpMkLst>
            <pc:docMk/>
            <pc:sldMk cId="3653251884" sldId="257"/>
            <ac:grpSpMk id="34" creationId="{1237EDA2-07D5-5A0E-EE9D-6BC4983581AF}"/>
          </ac:grpSpMkLst>
        </pc:grpChg>
        <pc:grpChg chg="add mod">
          <ac:chgData name="종민 이" userId="572b16d98f19c0c1" providerId="LiveId" clId="{52BA1A3E-CD60-584E-9611-1F4F24E1A9E7}" dt="2024-11-21T10:40:43.493" v="2838" actId="1076"/>
          <ac:grpSpMkLst>
            <pc:docMk/>
            <pc:sldMk cId="3653251884" sldId="257"/>
            <ac:grpSpMk id="35" creationId="{00062BF3-8954-66B4-D703-1A964E055EA0}"/>
          </ac:grpSpMkLst>
        </pc:grpChg>
        <pc:grpChg chg="add mod">
          <ac:chgData name="종민 이" userId="572b16d98f19c0c1" providerId="LiveId" clId="{52BA1A3E-CD60-584E-9611-1F4F24E1A9E7}" dt="2024-11-21T10:40:50.669" v="2840" actId="1076"/>
          <ac:grpSpMkLst>
            <pc:docMk/>
            <pc:sldMk cId="3653251884" sldId="257"/>
            <ac:grpSpMk id="36" creationId="{639FD65B-B4BD-5B0D-84F2-36F5E2503B82}"/>
          </ac:grpSpMkLst>
        </pc:grpChg>
        <pc:cxnChg chg="add mod">
          <ac:chgData name="종민 이" userId="572b16d98f19c0c1" providerId="LiveId" clId="{52BA1A3E-CD60-584E-9611-1F4F24E1A9E7}" dt="2024-11-21T10:33:25.711" v="2356" actId="14100"/>
          <ac:cxnSpMkLst>
            <pc:docMk/>
            <pc:sldMk cId="3653251884" sldId="257"/>
            <ac:cxnSpMk id="15" creationId="{6EE66714-8733-C629-83BB-55CEB0DEF399}"/>
          </ac:cxnSpMkLst>
        </pc:cxnChg>
        <pc:cxnChg chg="mod">
          <ac:chgData name="종민 이" userId="572b16d98f19c0c1" providerId="LiveId" clId="{52BA1A3E-CD60-584E-9611-1F4F24E1A9E7}" dt="2024-11-22T19:58:03.530" v="14256" actId="14100"/>
          <ac:cxnSpMkLst>
            <pc:docMk/>
            <pc:sldMk cId="3653251884" sldId="257"/>
            <ac:cxnSpMk id="21" creationId="{0300D93E-94A8-34B4-D458-141CFD334D6C}"/>
          </ac:cxnSpMkLst>
        </pc:cxnChg>
        <pc:cxnChg chg="add mod">
          <ac:chgData name="종민 이" userId="572b16d98f19c0c1" providerId="LiveId" clId="{52BA1A3E-CD60-584E-9611-1F4F24E1A9E7}" dt="2024-11-21T10:34:38.484" v="2449" actId="1076"/>
          <ac:cxnSpMkLst>
            <pc:docMk/>
            <pc:sldMk cId="3653251884" sldId="257"/>
            <ac:cxnSpMk id="28" creationId="{D9C1BA38-3CD0-AF09-4AE7-754F4EB8485D}"/>
          </ac:cxnSpMkLst>
        </pc:cxnChg>
        <pc:cxnChg chg="add mod">
          <ac:chgData name="종민 이" userId="572b16d98f19c0c1" providerId="LiveId" clId="{52BA1A3E-CD60-584E-9611-1F4F24E1A9E7}" dt="2024-11-21T10:36:39.672" v="2651" actId="1076"/>
          <ac:cxnSpMkLst>
            <pc:docMk/>
            <pc:sldMk cId="3653251884" sldId="257"/>
            <ac:cxnSpMk id="31" creationId="{3AD02BE1-0880-AEBC-C5E6-7F7C0410F53B}"/>
          </ac:cxnSpMkLst>
        </pc:cxnChg>
      </pc:sldChg>
      <pc:sldChg chg="new del">
        <pc:chgData name="종민 이" userId="572b16d98f19c0c1" providerId="LiveId" clId="{52BA1A3E-CD60-584E-9611-1F4F24E1A9E7}" dt="2024-11-21T09:12:41.007" v="8" actId="680"/>
        <pc:sldMkLst>
          <pc:docMk/>
          <pc:sldMk cId="3812931196" sldId="257"/>
        </pc:sldMkLst>
      </pc:sldChg>
      <pc:sldChg chg="addSp delSp modSp add del mod setBg">
        <pc:chgData name="종민 이" userId="572b16d98f19c0c1" providerId="LiveId" clId="{52BA1A3E-CD60-584E-9611-1F4F24E1A9E7}" dt="2024-11-21T10:31:15.212" v="2282" actId="2696"/>
        <pc:sldMkLst>
          <pc:docMk/>
          <pc:sldMk cId="2898538721" sldId="258"/>
        </pc:sldMkLst>
      </pc:sldChg>
      <pc:sldChg chg="addSp delSp modSp add mod">
        <pc:chgData name="종민 이" userId="572b16d98f19c0c1" providerId="LiveId" clId="{52BA1A3E-CD60-584E-9611-1F4F24E1A9E7}" dt="2024-11-26T07:15:58.157" v="15498" actId="1076"/>
        <pc:sldMkLst>
          <pc:docMk/>
          <pc:sldMk cId="3264943491" sldId="258"/>
        </pc:sldMkLst>
        <pc:spChg chg="add mod">
          <ac:chgData name="종민 이" userId="572b16d98f19c0c1" providerId="LiveId" clId="{52BA1A3E-CD60-584E-9611-1F4F24E1A9E7}" dt="2024-11-26T07:15:58.157" v="15498" actId="1076"/>
          <ac:spMkLst>
            <pc:docMk/>
            <pc:sldMk cId="3264943491" sldId="258"/>
            <ac:spMk id="3" creationId="{20ADCEE2-8FB1-1577-E57B-8FF9F0196EA0}"/>
          </ac:spMkLst>
        </pc:spChg>
        <pc:spChg chg="add mod">
          <ac:chgData name="종민 이" userId="572b16d98f19c0c1" providerId="LiveId" clId="{52BA1A3E-CD60-584E-9611-1F4F24E1A9E7}" dt="2024-11-22T04:58:40.293" v="6977" actId="1076"/>
          <ac:spMkLst>
            <pc:docMk/>
            <pc:sldMk cId="3264943491" sldId="258"/>
            <ac:spMk id="7" creationId="{058EA9E1-9732-D59C-9B46-4ED91CB42CF2}"/>
          </ac:spMkLst>
        </pc:spChg>
        <pc:spChg chg="add mod">
          <ac:chgData name="종민 이" userId="572b16d98f19c0c1" providerId="LiveId" clId="{52BA1A3E-CD60-584E-9611-1F4F24E1A9E7}" dt="2024-11-22T04:58:40.293" v="6977" actId="1076"/>
          <ac:spMkLst>
            <pc:docMk/>
            <pc:sldMk cId="3264943491" sldId="258"/>
            <ac:spMk id="12" creationId="{DD9A487E-05BD-2AFF-5FB9-7C71E9898805}"/>
          </ac:spMkLst>
        </pc:spChg>
        <pc:spChg chg="add mod">
          <ac:chgData name="종민 이" userId="572b16d98f19c0c1" providerId="LiveId" clId="{52BA1A3E-CD60-584E-9611-1F4F24E1A9E7}" dt="2024-11-22T04:58:40.293" v="6977" actId="1076"/>
          <ac:spMkLst>
            <pc:docMk/>
            <pc:sldMk cId="3264943491" sldId="258"/>
            <ac:spMk id="14" creationId="{AB8F7D3A-30E5-5BBF-7F67-12ED56CF070F}"/>
          </ac:spMkLst>
        </pc:spChg>
        <pc:spChg chg="add mod">
          <ac:chgData name="종민 이" userId="572b16d98f19c0c1" providerId="LiveId" clId="{52BA1A3E-CD60-584E-9611-1F4F24E1A9E7}" dt="2024-11-22T19:21:01.969" v="12780" actId="20577"/>
          <ac:spMkLst>
            <pc:docMk/>
            <pc:sldMk cId="3264943491" sldId="258"/>
            <ac:spMk id="17" creationId="{72FB9F0A-5156-2F15-005E-E9C2369F63DB}"/>
          </ac:spMkLst>
        </pc:spChg>
        <pc:spChg chg="add mod">
          <ac:chgData name="종민 이" userId="572b16d98f19c0c1" providerId="LiveId" clId="{52BA1A3E-CD60-584E-9611-1F4F24E1A9E7}" dt="2024-11-22T04:58:40.293" v="6977" actId="1076"/>
          <ac:spMkLst>
            <pc:docMk/>
            <pc:sldMk cId="3264943491" sldId="258"/>
            <ac:spMk id="18" creationId="{A6F5D6A6-EA73-4721-8763-4C20FD707727}"/>
          </ac:spMkLst>
        </pc:spChg>
        <pc:spChg chg="mod">
          <ac:chgData name="종민 이" userId="572b16d98f19c0c1" providerId="LiveId" clId="{52BA1A3E-CD60-584E-9611-1F4F24E1A9E7}" dt="2024-11-22T19:55:58.117" v="14228" actId="1076"/>
          <ac:spMkLst>
            <pc:docMk/>
            <pc:sldMk cId="3264943491" sldId="258"/>
            <ac:spMk id="20" creationId="{75AD9BA1-0219-F7B4-321F-D5DBFAF72849}"/>
          </ac:spMkLst>
        </pc:spChg>
        <pc:grpChg chg="add mod">
          <ac:chgData name="종민 이" userId="572b16d98f19c0c1" providerId="LiveId" clId="{52BA1A3E-CD60-584E-9611-1F4F24E1A9E7}" dt="2024-11-22T04:58:40.293" v="6977" actId="1076"/>
          <ac:grpSpMkLst>
            <pc:docMk/>
            <pc:sldMk cId="3264943491" sldId="258"/>
            <ac:grpSpMk id="2" creationId="{5EA53888-D3DD-5B85-A63E-9E3E977B2421}"/>
          </ac:grpSpMkLst>
        </pc:grpChg>
        <pc:grpChg chg="add mod">
          <ac:chgData name="종민 이" userId="572b16d98f19c0c1" providerId="LiveId" clId="{52BA1A3E-CD60-584E-9611-1F4F24E1A9E7}" dt="2024-11-22T04:58:40.293" v="6977" actId="1076"/>
          <ac:grpSpMkLst>
            <pc:docMk/>
            <pc:sldMk cId="3264943491" sldId="258"/>
            <ac:grpSpMk id="10" creationId="{66EF17AA-3B8C-274E-6F2F-671BEAFBCDD2}"/>
          </ac:grpSpMkLst>
        </pc:grpChg>
        <pc:grpChg chg="mod">
          <ac:chgData name="종민 이" userId="572b16d98f19c0c1" providerId="LiveId" clId="{52BA1A3E-CD60-584E-9611-1F4F24E1A9E7}" dt="2024-11-22T19:56:38.742" v="14236" actId="1076"/>
          <ac:grpSpMkLst>
            <pc:docMk/>
            <pc:sldMk cId="3264943491" sldId="258"/>
            <ac:grpSpMk id="19" creationId="{ADBA7BD5-5394-235B-9A4A-3500E80E9BE9}"/>
          </ac:grpSpMkLst>
        </pc:grpChg>
        <pc:grpChg chg="add mod">
          <ac:chgData name="종민 이" userId="572b16d98f19c0c1" providerId="LiveId" clId="{52BA1A3E-CD60-584E-9611-1F4F24E1A9E7}" dt="2024-11-22T04:58:40.293" v="6977" actId="1076"/>
          <ac:grpSpMkLst>
            <pc:docMk/>
            <pc:sldMk cId="3264943491" sldId="258"/>
            <ac:grpSpMk id="23" creationId="{2F988503-51A1-0FE0-0015-481F61576B4E}"/>
          </ac:grpSpMkLst>
        </pc:grpChg>
        <pc:grpChg chg="add mod">
          <ac:chgData name="종민 이" userId="572b16d98f19c0c1" providerId="LiveId" clId="{52BA1A3E-CD60-584E-9611-1F4F24E1A9E7}" dt="2024-11-22T04:58:40.293" v="6977" actId="1076"/>
          <ac:grpSpMkLst>
            <pc:docMk/>
            <pc:sldMk cId="3264943491" sldId="258"/>
            <ac:grpSpMk id="24" creationId="{35D90617-03D1-CB2A-D19B-9458ED047876}"/>
          </ac:grpSpMkLst>
        </pc:grpChg>
        <pc:picChg chg="add mod">
          <ac:chgData name="종민 이" userId="572b16d98f19c0c1" providerId="LiveId" clId="{52BA1A3E-CD60-584E-9611-1F4F24E1A9E7}" dt="2024-11-22T04:58:40.293" v="6977" actId="1076"/>
          <ac:picMkLst>
            <pc:docMk/>
            <pc:sldMk cId="3264943491" sldId="258"/>
            <ac:picMk id="1026" creationId="{04CB0699-6ACD-13ED-EFA9-7BAF54A0405F}"/>
          </ac:picMkLst>
        </pc:picChg>
        <pc:cxnChg chg="add mod">
          <ac:chgData name="종민 이" userId="572b16d98f19c0c1" providerId="LiveId" clId="{52BA1A3E-CD60-584E-9611-1F4F24E1A9E7}" dt="2024-11-22T04:58:40.293" v="6977" actId="1076"/>
          <ac:cxnSpMkLst>
            <pc:docMk/>
            <pc:sldMk cId="3264943491" sldId="258"/>
            <ac:cxnSpMk id="11" creationId="{5020CFD3-638F-25D7-750E-C9811CE12BE5}"/>
          </ac:cxnSpMkLst>
        </pc:cxnChg>
        <pc:cxnChg chg="mod">
          <ac:chgData name="종민 이" userId="572b16d98f19c0c1" providerId="LiveId" clId="{52BA1A3E-CD60-584E-9611-1F4F24E1A9E7}" dt="2024-11-22T19:57:37.124" v="14250" actId="14100"/>
          <ac:cxnSpMkLst>
            <pc:docMk/>
            <pc:sldMk cId="3264943491" sldId="258"/>
            <ac:cxnSpMk id="21" creationId="{C78929B6-4C90-335E-4249-7E09CE564D2A}"/>
          </ac:cxnSpMkLst>
        </pc:cxnChg>
        <pc:cxnChg chg="add mod">
          <ac:chgData name="종민 이" userId="572b16d98f19c0c1" providerId="LiveId" clId="{52BA1A3E-CD60-584E-9611-1F4F24E1A9E7}" dt="2024-11-21T11:18:30.521" v="4519" actId="14100"/>
          <ac:cxnSpMkLst>
            <pc:docMk/>
            <pc:sldMk cId="3264943491" sldId="258"/>
            <ac:cxnSpMk id="29" creationId="{2A1D13DB-27ED-D857-2CA8-0ED0CD61FA2F}"/>
          </ac:cxnSpMkLst>
        </pc:cxnChg>
      </pc:sldChg>
      <pc:sldChg chg="addSp delSp modSp add mod">
        <pc:chgData name="종민 이" userId="572b16d98f19c0c1" providerId="LiveId" clId="{52BA1A3E-CD60-584E-9611-1F4F24E1A9E7}" dt="2024-12-13T18:07:45.776" v="17661" actId="164"/>
        <pc:sldMkLst>
          <pc:docMk/>
          <pc:sldMk cId="887193205" sldId="259"/>
        </pc:sldMkLst>
        <pc:spChg chg="add mod">
          <ac:chgData name="종민 이" userId="572b16d98f19c0c1" providerId="LiveId" clId="{52BA1A3E-CD60-584E-9611-1F4F24E1A9E7}" dt="2024-11-22T05:31:53.655" v="7547" actId="1076"/>
          <ac:spMkLst>
            <pc:docMk/>
            <pc:sldMk cId="887193205" sldId="259"/>
            <ac:spMk id="3" creationId="{A1295720-3F35-3FF1-951F-3131692E69CD}"/>
          </ac:spMkLst>
        </pc:spChg>
        <pc:spChg chg="add mod">
          <ac:chgData name="종민 이" userId="572b16d98f19c0c1" providerId="LiveId" clId="{52BA1A3E-CD60-584E-9611-1F4F24E1A9E7}" dt="2024-11-22T05:31:53.655" v="7547" actId="1076"/>
          <ac:spMkLst>
            <pc:docMk/>
            <pc:sldMk cId="887193205" sldId="259"/>
            <ac:spMk id="5" creationId="{D96F065A-5241-92FC-6146-FA1E57B0CE18}"/>
          </ac:spMkLst>
        </pc:spChg>
        <pc:spChg chg="mod">
          <ac:chgData name="종민 이" userId="572b16d98f19c0c1" providerId="LiveId" clId="{52BA1A3E-CD60-584E-9611-1F4F24E1A9E7}" dt="2024-11-22T19:58:49.109" v="14291" actId="20577"/>
          <ac:spMkLst>
            <pc:docMk/>
            <pc:sldMk cId="887193205" sldId="259"/>
            <ac:spMk id="7" creationId="{8DB681A5-8848-BBAE-7046-84036EC3469C}"/>
          </ac:spMkLst>
        </pc:spChg>
        <pc:spChg chg="add mod">
          <ac:chgData name="종민 이" userId="572b16d98f19c0c1" providerId="LiveId" clId="{52BA1A3E-CD60-584E-9611-1F4F24E1A9E7}" dt="2024-11-22T05:31:53.655" v="7547" actId="1076"/>
          <ac:spMkLst>
            <pc:docMk/>
            <pc:sldMk cId="887193205" sldId="259"/>
            <ac:spMk id="8" creationId="{2465192B-2E17-C51A-62EE-980B074366C0}"/>
          </ac:spMkLst>
        </pc:spChg>
        <pc:spChg chg="add mod">
          <ac:chgData name="종민 이" userId="572b16d98f19c0c1" providerId="LiveId" clId="{52BA1A3E-CD60-584E-9611-1F4F24E1A9E7}" dt="2024-11-22T05:31:53.655" v="7547" actId="1076"/>
          <ac:spMkLst>
            <pc:docMk/>
            <pc:sldMk cId="887193205" sldId="259"/>
            <ac:spMk id="9" creationId="{E365136B-A828-7179-06DB-F86BCEFB38B2}"/>
          </ac:spMkLst>
        </pc:spChg>
        <pc:spChg chg="add mod">
          <ac:chgData name="종민 이" userId="572b16d98f19c0c1" providerId="LiveId" clId="{52BA1A3E-CD60-584E-9611-1F4F24E1A9E7}" dt="2024-11-22T05:31:53.655" v="7547" actId="1076"/>
          <ac:spMkLst>
            <pc:docMk/>
            <pc:sldMk cId="887193205" sldId="259"/>
            <ac:spMk id="10" creationId="{19C5BEE3-5753-BB18-F174-1ACDE24CD8D3}"/>
          </ac:spMkLst>
        </pc:spChg>
        <pc:spChg chg="add mod">
          <ac:chgData name="종민 이" userId="572b16d98f19c0c1" providerId="LiveId" clId="{52BA1A3E-CD60-584E-9611-1F4F24E1A9E7}" dt="2024-11-26T07:17:09.850" v="15516" actId="20577"/>
          <ac:spMkLst>
            <pc:docMk/>
            <pc:sldMk cId="887193205" sldId="259"/>
            <ac:spMk id="12" creationId="{D203E1C7-22A5-566B-F7AF-33D65D4AA82E}"/>
          </ac:spMkLst>
        </pc:spChg>
        <pc:spChg chg="add mod">
          <ac:chgData name="종민 이" userId="572b16d98f19c0c1" providerId="LiveId" clId="{52BA1A3E-CD60-584E-9611-1F4F24E1A9E7}" dt="2024-11-22T05:31:53.655" v="7547" actId="1076"/>
          <ac:spMkLst>
            <pc:docMk/>
            <pc:sldMk cId="887193205" sldId="259"/>
            <ac:spMk id="13" creationId="{D3B57C7A-3C9E-C917-EBF0-0F9D175BA81F}"/>
          </ac:spMkLst>
        </pc:spChg>
        <pc:spChg chg="add mod">
          <ac:chgData name="종민 이" userId="572b16d98f19c0c1" providerId="LiveId" clId="{52BA1A3E-CD60-584E-9611-1F4F24E1A9E7}" dt="2024-11-22T05:31:53.655" v="7547" actId="1076"/>
          <ac:spMkLst>
            <pc:docMk/>
            <pc:sldMk cId="887193205" sldId="259"/>
            <ac:spMk id="15" creationId="{852C57DC-9ABF-E1E5-4B1B-AFC2F5239B0C}"/>
          </ac:spMkLst>
        </pc:spChg>
        <pc:spChg chg="add mod">
          <ac:chgData name="종민 이" userId="572b16d98f19c0c1" providerId="LiveId" clId="{52BA1A3E-CD60-584E-9611-1F4F24E1A9E7}" dt="2024-11-22T05:32:19.981" v="7554" actId="1076"/>
          <ac:spMkLst>
            <pc:docMk/>
            <pc:sldMk cId="887193205" sldId="259"/>
            <ac:spMk id="18" creationId="{B69EE8F9-266E-0662-7989-C1AE09139D56}"/>
          </ac:spMkLst>
        </pc:spChg>
        <pc:spChg chg="add mod">
          <ac:chgData name="종민 이" userId="572b16d98f19c0c1" providerId="LiveId" clId="{52BA1A3E-CD60-584E-9611-1F4F24E1A9E7}" dt="2024-11-22T05:32:24.489" v="7555" actId="1076"/>
          <ac:spMkLst>
            <pc:docMk/>
            <pc:sldMk cId="887193205" sldId="259"/>
            <ac:spMk id="22" creationId="{4230562F-1953-14C4-544D-0B8A6FE7AEE0}"/>
          </ac:spMkLst>
        </pc:spChg>
        <pc:spChg chg="add mod">
          <ac:chgData name="종민 이" userId="572b16d98f19c0c1" providerId="LiveId" clId="{52BA1A3E-CD60-584E-9611-1F4F24E1A9E7}" dt="2024-11-22T05:31:53.655" v="7547" actId="1076"/>
          <ac:spMkLst>
            <pc:docMk/>
            <pc:sldMk cId="887193205" sldId="259"/>
            <ac:spMk id="23" creationId="{5923F778-1E0C-AEDF-9F10-4B96C05BBC19}"/>
          </ac:spMkLst>
        </pc:spChg>
        <pc:spChg chg="add mod">
          <ac:chgData name="종민 이" userId="572b16d98f19c0c1" providerId="LiveId" clId="{52BA1A3E-CD60-584E-9611-1F4F24E1A9E7}" dt="2024-11-22T05:31:53.655" v="7547" actId="1076"/>
          <ac:spMkLst>
            <pc:docMk/>
            <pc:sldMk cId="887193205" sldId="259"/>
            <ac:spMk id="24" creationId="{D66F3E24-2E33-402F-D76F-254C590FD860}"/>
          </ac:spMkLst>
        </pc:spChg>
        <pc:spChg chg="add mod">
          <ac:chgData name="종민 이" userId="572b16d98f19c0c1" providerId="LiveId" clId="{52BA1A3E-CD60-584E-9611-1F4F24E1A9E7}" dt="2024-11-22T05:31:53.655" v="7547" actId="1076"/>
          <ac:spMkLst>
            <pc:docMk/>
            <pc:sldMk cId="887193205" sldId="259"/>
            <ac:spMk id="25" creationId="{6C882FBE-23D6-7ECE-A93A-206CA3C8B3FF}"/>
          </ac:spMkLst>
        </pc:spChg>
        <pc:spChg chg="add mod">
          <ac:chgData name="종민 이" userId="572b16d98f19c0c1" providerId="LiveId" clId="{52BA1A3E-CD60-584E-9611-1F4F24E1A9E7}" dt="2024-11-22T05:31:53.655" v="7547" actId="1076"/>
          <ac:spMkLst>
            <pc:docMk/>
            <pc:sldMk cId="887193205" sldId="259"/>
            <ac:spMk id="26" creationId="{67267666-DEE9-CA64-1EE0-1A7718C11859}"/>
          </ac:spMkLst>
        </pc:spChg>
        <pc:spChg chg="add mod">
          <ac:chgData name="종민 이" userId="572b16d98f19c0c1" providerId="LiveId" clId="{52BA1A3E-CD60-584E-9611-1F4F24E1A9E7}" dt="2024-11-22T05:39:51.330" v="7651" actId="1076"/>
          <ac:spMkLst>
            <pc:docMk/>
            <pc:sldMk cId="887193205" sldId="259"/>
            <ac:spMk id="59" creationId="{4DA88FDF-625B-60B1-8208-806A3F21663C}"/>
          </ac:spMkLst>
        </pc:spChg>
        <pc:spChg chg="add mod">
          <ac:chgData name="종민 이" userId="572b16d98f19c0c1" providerId="LiveId" clId="{52BA1A3E-CD60-584E-9611-1F4F24E1A9E7}" dt="2024-11-22T05:39:39.974" v="7648" actId="1582"/>
          <ac:spMkLst>
            <pc:docMk/>
            <pc:sldMk cId="887193205" sldId="259"/>
            <ac:spMk id="60" creationId="{A3982990-F4A1-5261-7C01-30CC0DD1B8C5}"/>
          </ac:spMkLst>
        </pc:spChg>
        <pc:spChg chg="add mod">
          <ac:chgData name="종민 이" userId="572b16d98f19c0c1" providerId="LiveId" clId="{52BA1A3E-CD60-584E-9611-1F4F24E1A9E7}" dt="2024-12-03T00:21:30.375" v="16434" actId="20577"/>
          <ac:spMkLst>
            <pc:docMk/>
            <pc:sldMk cId="887193205" sldId="259"/>
            <ac:spMk id="61" creationId="{EFB35FCF-653B-D9FA-26E3-2273C3663646}"/>
          </ac:spMkLst>
        </pc:spChg>
        <pc:spChg chg="add mod">
          <ac:chgData name="종민 이" userId="572b16d98f19c0c1" providerId="LiveId" clId="{52BA1A3E-CD60-584E-9611-1F4F24E1A9E7}" dt="2024-11-22T05:39:39.974" v="7648" actId="1582"/>
          <ac:spMkLst>
            <pc:docMk/>
            <pc:sldMk cId="887193205" sldId="259"/>
            <ac:spMk id="62" creationId="{3DD2123D-AE0E-D486-B609-79ABF92CF70F}"/>
          </ac:spMkLst>
        </pc:spChg>
        <pc:spChg chg="add mod">
          <ac:chgData name="종민 이" userId="572b16d98f19c0c1" providerId="LiveId" clId="{52BA1A3E-CD60-584E-9611-1F4F24E1A9E7}" dt="2024-11-22T08:22:39.279" v="10808" actId="1076"/>
          <ac:spMkLst>
            <pc:docMk/>
            <pc:sldMk cId="887193205" sldId="259"/>
            <ac:spMk id="1034" creationId="{22940749-240E-F654-DFB4-EE040C81D964}"/>
          </ac:spMkLst>
        </pc:spChg>
        <pc:spChg chg="add mod">
          <ac:chgData name="종민 이" userId="572b16d98f19c0c1" providerId="LiveId" clId="{52BA1A3E-CD60-584E-9611-1F4F24E1A9E7}" dt="2024-11-22T05:39:39.974" v="7648" actId="1582"/>
          <ac:spMkLst>
            <pc:docMk/>
            <pc:sldMk cId="887193205" sldId="259"/>
            <ac:spMk id="1036" creationId="{8E9433CC-7DC5-D997-87AC-BFAE28DF7E8A}"/>
          </ac:spMkLst>
        </pc:spChg>
        <pc:spChg chg="add mod">
          <ac:chgData name="종민 이" userId="572b16d98f19c0c1" providerId="LiveId" clId="{52BA1A3E-CD60-584E-9611-1F4F24E1A9E7}" dt="2024-11-22T05:39:39.974" v="7648" actId="1582"/>
          <ac:spMkLst>
            <pc:docMk/>
            <pc:sldMk cId="887193205" sldId="259"/>
            <ac:spMk id="1081" creationId="{0033F8FB-C1DF-6375-81F4-38BCE31A07DF}"/>
          </ac:spMkLst>
        </pc:spChg>
        <pc:spChg chg="add mod">
          <ac:chgData name="종민 이" userId="572b16d98f19c0c1" providerId="LiveId" clId="{52BA1A3E-CD60-584E-9611-1F4F24E1A9E7}" dt="2024-11-22T05:41:33.819" v="7670" actId="1076"/>
          <ac:spMkLst>
            <pc:docMk/>
            <pc:sldMk cId="887193205" sldId="259"/>
            <ac:spMk id="2107" creationId="{EA703739-AA4E-5CE1-B0CE-F2E59E92016B}"/>
          </ac:spMkLst>
        </pc:spChg>
        <pc:spChg chg="add mod">
          <ac:chgData name="종민 이" userId="572b16d98f19c0c1" providerId="LiveId" clId="{52BA1A3E-CD60-584E-9611-1F4F24E1A9E7}" dt="2024-11-22T05:41:57.692" v="7683" actId="20577"/>
          <ac:spMkLst>
            <pc:docMk/>
            <pc:sldMk cId="887193205" sldId="259"/>
            <ac:spMk id="2110" creationId="{94F029E9-948D-92BE-D587-57B47CB00553}"/>
          </ac:spMkLst>
        </pc:spChg>
        <pc:grpChg chg="add mod">
          <ac:chgData name="종민 이" userId="572b16d98f19c0c1" providerId="LiveId" clId="{52BA1A3E-CD60-584E-9611-1F4F24E1A9E7}" dt="2024-11-22T05:40:44.659" v="7657" actId="1076"/>
          <ac:grpSpMkLst>
            <pc:docMk/>
            <pc:sldMk cId="887193205" sldId="259"/>
            <ac:grpSpMk id="2" creationId="{CE7C3EDB-BA79-5A96-8A15-D6338465C44E}"/>
          </ac:grpSpMkLst>
        </pc:grpChg>
        <pc:grpChg chg="add mod">
          <ac:chgData name="종민 이" userId="572b16d98f19c0c1" providerId="LiveId" clId="{52BA1A3E-CD60-584E-9611-1F4F24E1A9E7}" dt="2024-11-22T19:58:51.049" v="14292" actId="1076"/>
          <ac:grpSpMkLst>
            <pc:docMk/>
            <pc:sldMk cId="887193205" sldId="259"/>
            <ac:grpSpMk id="6" creationId="{E0617CB9-AC5E-0BEA-5B12-E04561FD5766}"/>
          </ac:grpSpMkLst>
        </pc:grpChg>
        <pc:grpChg chg="add">
          <ac:chgData name="종민 이" userId="572b16d98f19c0c1" providerId="LiveId" clId="{52BA1A3E-CD60-584E-9611-1F4F24E1A9E7}" dt="2024-12-13T18:07:29.307" v="17660" actId="164"/>
          <ac:grpSpMkLst>
            <pc:docMk/>
            <pc:sldMk cId="887193205" sldId="259"/>
            <ac:grpSpMk id="14" creationId="{7C468E80-7B3F-ADAC-AA5F-03EA261C72BC}"/>
          </ac:grpSpMkLst>
        </pc:grpChg>
        <pc:grpChg chg="add">
          <ac:chgData name="종민 이" userId="572b16d98f19c0c1" providerId="LiveId" clId="{52BA1A3E-CD60-584E-9611-1F4F24E1A9E7}" dt="2024-12-13T18:07:45.776" v="17661" actId="164"/>
          <ac:grpSpMkLst>
            <pc:docMk/>
            <pc:sldMk cId="887193205" sldId="259"/>
            <ac:grpSpMk id="17" creationId="{F204D324-E6BC-1352-2582-425BAE324F1E}"/>
          </ac:grpSpMkLst>
        </pc:grpChg>
        <pc:grpChg chg="add">
          <ac:chgData name="종민 이" userId="572b16d98f19c0c1" providerId="LiveId" clId="{52BA1A3E-CD60-584E-9611-1F4F24E1A9E7}" dt="2024-11-22T05:32:32.724" v="7557" actId="164"/>
          <ac:grpSpMkLst>
            <pc:docMk/>
            <pc:sldMk cId="887193205" sldId="259"/>
            <ac:grpSpMk id="2056" creationId="{029F5FDA-29A3-7484-0E42-F3F4C70D4AE0}"/>
          </ac:grpSpMkLst>
        </pc:grpChg>
        <pc:picChg chg="add mod">
          <ac:chgData name="종민 이" userId="572b16d98f19c0c1" providerId="LiveId" clId="{52BA1A3E-CD60-584E-9611-1F4F24E1A9E7}" dt="2024-11-22T05:40:44.659" v="7657" actId="1076"/>
          <ac:picMkLst>
            <pc:docMk/>
            <pc:sldMk cId="887193205" sldId="259"/>
            <ac:picMk id="4" creationId="{AC04ABEE-C1ED-6233-30F4-0D15FC07A29D}"/>
          </ac:picMkLst>
        </pc:picChg>
        <pc:picChg chg="add del mod">
          <ac:chgData name="종민 이" userId="572b16d98f19c0c1" providerId="LiveId" clId="{52BA1A3E-CD60-584E-9611-1F4F24E1A9E7}" dt="2024-11-22T05:32:04.691" v="7549" actId="478"/>
          <ac:picMkLst>
            <pc:docMk/>
            <pc:sldMk cId="887193205" sldId="259"/>
            <ac:picMk id="1028" creationId="{F6B16F64-BA57-AAF7-5395-06E465F813CE}"/>
          </ac:picMkLst>
        </pc:picChg>
        <pc:picChg chg="add mod">
          <ac:chgData name="종민 이" userId="572b16d98f19c0c1" providerId="LiveId" clId="{52BA1A3E-CD60-584E-9611-1F4F24E1A9E7}" dt="2024-11-22T05:41:11.701" v="7660" actId="14100"/>
          <ac:picMkLst>
            <pc:docMk/>
            <pc:sldMk cId="887193205" sldId="259"/>
            <ac:picMk id="1030" creationId="{708A0DBF-0911-F664-0C9B-58B6BC009598}"/>
          </ac:picMkLst>
        </pc:picChg>
        <pc:picChg chg="add mod">
          <ac:chgData name="종민 이" userId="572b16d98f19c0c1" providerId="LiveId" clId="{52BA1A3E-CD60-584E-9611-1F4F24E1A9E7}" dt="2024-11-22T05:40:44.659" v="7657" actId="1076"/>
          <ac:picMkLst>
            <pc:docMk/>
            <pc:sldMk cId="887193205" sldId="259"/>
            <ac:picMk id="2052" creationId="{4EB3AC36-B412-9511-3D81-4327B7AB8A63}"/>
          </ac:picMkLst>
        </pc:picChg>
        <pc:cxnChg chg="mod">
          <ac:chgData name="종민 이" userId="572b16d98f19c0c1" providerId="LiveId" clId="{52BA1A3E-CD60-584E-9611-1F4F24E1A9E7}" dt="2024-11-22T19:58:43.683" v="14263"/>
          <ac:cxnSpMkLst>
            <pc:docMk/>
            <pc:sldMk cId="887193205" sldId="259"/>
            <ac:cxnSpMk id="11" creationId="{49C76EB8-F1D2-5953-53E6-20FCDA32A470}"/>
          </ac:cxnSpMkLst>
        </pc:cxnChg>
        <pc:cxnChg chg="add mod">
          <ac:chgData name="종민 이" userId="572b16d98f19c0c1" providerId="LiveId" clId="{52BA1A3E-CD60-584E-9611-1F4F24E1A9E7}" dt="2024-11-21T11:21:35.774" v="4557"/>
          <ac:cxnSpMkLst>
            <pc:docMk/>
            <pc:sldMk cId="887193205" sldId="259"/>
            <ac:cxnSpMk id="16" creationId="{2091CC0E-057D-7256-F622-F43460201A57}"/>
          </ac:cxnSpMkLst>
        </pc:cxnChg>
        <pc:cxnChg chg="add mod">
          <ac:chgData name="종민 이" userId="572b16d98f19c0c1" providerId="LiveId" clId="{52BA1A3E-CD60-584E-9611-1F4F24E1A9E7}" dt="2024-11-22T05:38:35.818" v="7639" actId="208"/>
          <ac:cxnSpMkLst>
            <pc:docMk/>
            <pc:sldMk cId="887193205" sldId="259"/>
            <ac:cxnSpMk id="2058" creationId="{B8015D24-84D2-FE5F-2999-E064DFF1E4EC}"/>
          </ac:cxnSpMkLst>
        </pc:cxnChg>
        <pc:cxnChg chg="add mod">
          <ac:chgData name="종민 이" userId="572b16d98f19c0c1" providerId="LiveId" clId="{52BA1A3E-CD60-584E-9611-1F4F24E1A9E7}" dt="2024-12-03T00:20:41.918" v="16401" actId="20577"/>
          <ac:cxnSpMkLst>
            <pc:docMk/>
            <pc:sldMk cId="887193205" sldId="259"/>
            <ac:cxnSpMk id="2060" creationId="{CD4462D7-0E78-1F28-635B-2CCFEE6B1D7A}"/>
          </ac:cxnSpMkLst>
        </pc:cxnChg>
        <pc:cxnChg chg="add mod">
          <ac:chgData name="종민 이" userId="572b16d98f19c0c1" providerId="LiveId" clId="{52BA1A3E-CD60-584E-9611-1F4F24E1A9E7}" dt="2024-11-22T05:39:58.490" v="7653" actId="14100"/>
          <ac:cxnSpMkLst>
            <pc:docMk/>
            <pc:sldMk cId="887193205" sldId="259"/>
            <ac:cxnSpMk id="2071" creationId="{50700F43-E04E-EDE7-858F-ECF4CF0B2797}"/>
          </ac:cxnSpMkLst>
        </pc:cxnChg>
        <pc:cxnChg chg="add mod">
          <ac:chgData name="종민 이" userId="572b16d98f19c0c1" providerId="LiveId" clId="{52BA1A3E-CD60-584E-9611-1F4F24E1A9E7}" dt="2024-11-22T05:38:45.109" v="7641" actId="14100"/>
          <ac:cxnSpMkLst>
            <pc:docMk/>
            <pc:sldMk cId="887193205" sldId="259"/>
            <ac:cxnSpMk id="2081" creationId="{FC4FF11C-C92F-2CBB-2CB5-FD959B5154EF}"/>
          </ac:cxnSpMkLst>
        </pc:cxnChg>
        <pc:cxnChg chg="add mod">
          <ac:chgData name="종민 이" userId="572b16d98f19c0c1" providerId="LiveId" clId="{52BA1A3E-CD60-584E-9611-1F4F24E1A9E7}" dt="2024-11-22T05:40:05.645" v="7654" actId="14100"/>
          <ac:cxnSpMkLst>
            <pc:docMk/>
            <pc:sldMk cId="887193205" sldId="259"/>
            <ac:cxnSpMk id="2085" creationId="{D9FE5559-D097-0167-F0A9-0A4AC26FFF43}"/>
          </ac:cxnSpMkLst>
        </pc:cxnChg>
        <pc:cxnChg chg="add mod">
          <ac:chgData name="종민 이" userId="572b16d98f19c0c1" providerId="LiveId" clId="{52BA1A3E-CD60-584E-9611-1F4F24E1A9E7}" dt="2024-11-22T08:22:44.791" v="10809" actId="14100"/>
          <ac:cxnSpMkLst>
            <pc:docMk/>
            <pc:sldMk cId="887193205" sldId="259"/>
            <ac:cxnSpMk id="2088" creationId="{4EB5A624-4D91-E093-1C63-DA0911E73166}"/>
          </ac:cxnSpMkLst>
        </pc:cxnChg>
        <pc:cxnChg chg="add mod">
          <ac:chgData name="종민 이" userId="572b16d98f19c0c1" providerId="LiveId" clId="{52BA1A3E-CD60-584E-9611-1F4F24E1A9E7}" dt="2024-11-22T05:40:12.936" v="7656" actId="14100"/>
          <ac:cxnSpMkLst>
            <pc:docMk/>
            <pc:sldMk cId="887193205" sldId="259"/>
            <ac:cxnSpMk id="2091" creationId="{D282A5FC-F3CE-8779-49E0-E3D388AB8475}"/>
          </ac:cxnSpMkLst>
        </pc:cxnChg>
        <pc:cxnChg chg="add mod">
          <ac:chgData name="종민 이" userId="572b16d98f19c0c1" providerId="LiveId" clId="{52BA1A3E-CD60-584E-9611-1F4F24E1A9E7}" dt="2024-11-22T05:41:38.257" v="7671" actId="14100"/>
          <ac:cxnSpMkLst>
            <pc:docMk/>
            <pc:sldMk cId="887193205" sldId="259"/>
            <ac:cxnSpMk id="2108" creationId="{65E254E5-D6F7-DF5C-0230-3ECEAAC4F64B}"/>
          </ac:cxnSpMkLst>
        </pc:cxnChg>
        <pc:cxnChg chg="add mod">
          <ac:chgData name="종민 이" userId="572b16d98f19c0c1" providerId="LiveId" clId="{52BA1A3E-CD60-584E-9611-1F4F24E1A9E7}" dt="2024-11-22T05:41:54.765" v="7676" actId="14100"/>
          <ac:cxnSpMkLst>
            <pc:docMk/>
            <pc:sldMk cId="887193205" sldId="259"/>
            <ac:cxnSpMk id="2111" creationId="{CF4FD112-ADC0-AE23-B098-594A2469EF3F}"/>
          </ac:cxnSpMkLst>
        </pc:cxnChg>
      </pc:sldChg>
      <pc:sldChg chg="add del">
        <pc:chgData name="종민 이" userId="572b16d98f19c0c1" providerId="LiveId" clId="{52BA1A3E-CD60-584E-9611-1F4F24E1A9E7}" dt="2024-11-21T10:43:03.749" v="2883" actId="2890"/>
        <pc:sldMkLst>
          <pc:docMk/>
          <pc:sldMk cId="3067238745" sldId="260"/>
        </pc:sldMkLst>
      </pc:sldChg>
      <pc:sldChg chg="addSp delSp modSp add mod">
        <pc:chgData name="종민 이" userId="572b16d98f19c0c1" providerId="LiveId" clId="{52BA1A3E-CD60-584E-9611-1F4F24E1A9E7}" dt="2024-12-28T05:50:24.345" v="17671" actId="1036"/>
        <pc:sldMkLst>
          <pc:docMk/>
          <pc:sldMk cId="3797229539" sldId="260"/>
        </pc:sldMkLst>
        <pc:spChg chg="add mod">
          <ac:chgData name="종민 이" userId="572b16d98f19c0c1" providerId="LiveId" clId="{52BA1A3E-CD60-584E-9611-1F4F24E1A9E7}" dt="2024-11-26T07:17:15.274" v="15519" actId="20577"/>
          <ac:spMkLst>
            <pc:docMk/>
            <pc:sldMk cId="3797229539" sldId="260"/>
            <ac:spMk id="2" creationId="{70747FA6-6832-266B-3CD3-2737F132EAB8}"/>
          </ac:spMkLst>
        </pc:spChg>
        <pc:spChg chg="add mod">
          <ac:chgData name="종민 이" userId="572b16d98f19c0c1" providerId="LiveId" clId="{52BA1A3E-CD60-584E-9611-1F4F24E1A9E7}" dt="2024-11-22T19:17:14.248" v="12754" actId="113"/>
          <ac:spMkLst>
            <pc:docMk/>
            <pc:sldMk cId="3797229539" sldId="260"/>
            <ac:spMk id="7" creationId="{B26AF96A-283E-1647-6937-E70450E6E8E6}"/>
          </ac:spMkLst>
        </pc:spChg>
        <pc:spChg chg="add mod">
          <ac:chgData name="종민 이" userId="572b16d98f19c0c1" providerId="LiveId" clId="{52BA1A3E-CD60-584E-9611-1F4F24E1A9E7}" dt="2024-11-22T19:16:47.656" v="12753" actId="20577"/>
          <ac:spMkLst>
            <pc:docMk/>
            <pc:sldMk cId="3797229539" sldId="260"/>
            <ac:spMk id="9" creationId="{DFC5E6A9-21BB-7456-A448-70AAD415D8BB}"/>
          </ac:spMkLst>
        </pc:spChg>
        <pc:spChg chg="add mod">
          <ac:chgData name="종민 이" userId="572b16d98f19c0c1" providerId="LiveId" clId="{52BA1A3E-CD60-584E-9611-1F4F24E1A9E7}" dt="2024-11-22T18:57:30.293" v="11795" actId="1076"/>
          <ac:spMkLst>
            <pc:docMk/>
            <pc:sldMk cId="3797229539" sldId="260"/>
            <ac:spMk id="11" creationId="{80DDB8DA-E4EC-ACC7-9C2E-DFAC7E86EFE6}"/>
          </ac:spMkLst>
        </pc:spChg>
        <pc:spChg chg="add mod">
          <ac:chgData name="종민 이" userId="572b16d98f19c0c1" providerId="LiveId" clId="{52BA1A3E-CD60-584E-9611-1F4F24E1A9E7}" dt="2024-11-22T19:59:45.458" v="14326" actId="113"/>
          <ac:spMkLst>
            <pc:docMk/>
            <pc:sldMk cId="3797229539" sldId="260"/>
            <ac:spMk id="15" creationId="{AC2EC9ED-50B7-7901-C49B-F7E4E2CCB33B}"/>
          </ac:spMkLst>
        </pc:spChg>
        <pc:spChg chg="add mod">
          <ac:chgData name="종민 이" userId="572b16d98f19c0c1" providerId="LiveId" clId="{52BA1A3E-CD60-584E-9611-1F4F24E1A9E7}" dt="2024-12-28T05:50:24.345" v="17671" actId="1036"/>
          <ac:spMkLst>
            <pc:docMk/>
            <pc:sldMk cId="3797229539" sldId="260"/>
            <ac:spMk id="17" creationId="{6E097F8A-3D24-6401-DB71-44312D9F8282}"/>
          </ac:spMkLst>
        </pc:spChg>
        <pc:spChg chg="mod">
          <ac:chgData name="종민 이" userId="572b16d98f19c0c1" providerId="LiveId" clId="{52BA1A3E-CD60-584E-9611-1F4F24E1A9E7}" dt="2024-11-22T19:59:23.773" v="14324" actId="20577"/>
          <ac:spMkLst>
            <pc:docMk/>
            <pc:sldMk cId="3797229539" sldId="260"/>
            <ac:spMk id="19" creationId="{0C957A9D-0613-8A3D-122E-BDB5E66C96FC}"/>
          </ac:spMkLst>
        </pc:spChg>
        <pc:grpChg chg="add">
          <ac:chgData name="종민 이" userId="572b16d98f19c0c1" providerId="LiveId" clId="{52BA1A3E-CD60-584E-9611-1F4F24E1A9E7}" dt="2024-11-21T11:31:13.223" v="4696" actId="164"/>
          <ac:grpSpMkLst>
            <pc:docMk/>
            <pc:sldMk cId="3797229539" sldId="260"/>
            <ac:grpSpMk id="10" creationId="{DF3558F0-02BA-A5B5-1B8E-68EF884FB133}"/>
          </ac:grpSpMkLst>
        </pc:grpChg>
        <pc:grpChg chg="add">
          <ac:chgData name="종민 이" userId="572b16d98f19c0c1" providerId="LiveId" clId="{52BA1A3E-CD60-584E-9611-1F4F24E1A9E7}" dt="2024-11-21T11:32:36.880" v="4740" actId="164"/>
          <ac:grpSpMkLst>
            <pc:docMk/>
            <pc:sldMk cId="3797229539" sldId="260"/>
            <ac:grpSpMk id="12" creationId="{432A2BAB-2136-9EB3-2B26-9FC90EAE1B56}"/>
          </ac:grpSpMkLst>
        </pc:grpChg>
        <pc:grpChg chg="add mod">
          <ac:chgData name="종민 이" userId="572b16d98f19c0c1" providerId="LiveId" clId="{52BA1A3E-CD60-584E-9611-1F4F24E1A9E7}" dt="2024-11-22T19:59:17.219" v="14296"/>
          <ac:grpSpMkLst>
            <pc:docMk/>
            <pc:sldMk cId="3797229539" sldId="260"/>
            <ac:grpSpMk id="18" creationId="{D3A48B13-01CB-9204-2951-D545B983E900}"/>
          </ac:grpSpMkLst>
        </pc:grpChg>
        <pc:picChg chg="add mod">
          <ac:chgData name="종민 이" userId="572b16d98f19c0c1" providerId="LiveId" clId="{52BA1A3E-CD60-584E-9611-1F4F24E1A9E7}" dt="2024-11-21T11:30:17.036" v="4659" actId="14100"/>
          <ac:picMkLst>
            <pc:docMk/>
            <pc:sldMk cId="3797229539" sldId="260"/>
            <ac:picMk id="4" creationId="{26FA4A43-02AA-DAC6-1997-4BE82900FBB5}"/>
          </ac:picMkLst>
        </pc:picChg>
        <pc:picChg chg="add mod">
          <ac:chgData name="종민 이" userId="572b16d98f19c0c1" providerId="LiveId" clId="{52BA1A3E-CD60-584E-9611-1F4F24E1A9E7}" dt="2024-11-21T11:29:04.802" v="4595" actId="1076"/>
          <ac:picMkLst>
            <pc:docMk/>
            <pc:sldMk cId="3797229539" sldId="260"/>
            <ac:picMk id="5" creationId="{EA174CE6-C6E3-F762-350E-5AF1141CF218}"/>
          </ac:picMkLst>
        </pc:picChg>
        <pc:cxnChg chg="add mod">
          <ac:chgData name="종민 이" userId="572b16d98f19c0c1" providerId="LiveId" clId="{52BA1A3E-CD60-584E-9611-1F4F24E1A9E7}" dt="2024-11-21T11:21:38.140" v="4558"/>
          <ac:cxnSpMkLst>
            <pc:docMk/>
            <pc:sldMk cId="3797229539" sldId="260"/>
            <ac:cxnSpMk id="3" creationId="{F2F9EDF4-B024-C52C-1FCA-64F301018476}"/>
          </ac:cxnSpMkLst>
        </pc:cxnChg>
        <pc:cxnChg chg="add mod">
          <ac:chgData name="종민 이" userId="572b16d98f19c0c1" providerId="LiveId" clId="{52BA1A3E-CD60-584E-9611-1F4F24E1A9E7}" dt="2024-11-22T18:55:00.192" v="11740" actId="14100"/>
          <ac:cxnSpMkLst>
            <pc:docMk/>
            <pc:sldMk cId="3797229539" sldId="260"/>
            <ac:cxnSpMk id="13" creationId="{68A50FF5-54BA-BCF6-2DA7-89A621FF9D59}"/>
          </ac:cxnSpMkLst>
        </pc:cxnChg>
        <pc:cxnChg chg="add mod">
          <ac:chgData name="종민 이" userId="572b16d98f19c0c1" providerId="LiveId" clId="{52BA1A3E-CD60-584E-9611-1F4F24E1A9E7}" dt="2024-11-22T19:01:25.418" v="12059" actId="1076"/>
          <ac:cxnSpMkLst>
            <pc:docMk/>
            <pc:sldMk cId="3797229539" sldId="260"/>
            <ac:cxnSpMk id="16" creationId="{3AC00C0B-0361-F2EC-4D42-244E0D23E453}"/>
          </ac:cxnSpMkLst>
        </pc:cxnChg>
        <pc:cxnChg chg="mod">
          <ac:chgData name="종민 이" userId="572b16d98f19c0c1" providerId="LiveId" clId="{52BA1A3E-CD60-584E-9611-1F4F24E1A9E7}" dt="2024-11-22T19:59:35.187" v="14325" actId="14100"/>
          <ac:cxnSpMkLst>
            <pc:docMk/>
            <pc:sldMk cId="3797229539" sldId="260"/>
            <ac:cxnSpMk id="20" creationId="{B150434A-C61E-F37D-38DE-C06A50E7D2EB}"/>
          </ac:cxnSpMkLst>
        </pc:cxnChg>
      </pc:sldChg>
      <pc:sldChg chg="add del">
        <pc:chgData name="종민 이" userId="572b16d98f19c0c1" providerId="LiveId" clId="{52BA1A3E-CD60-584E-9611-1F4F24E1A9E7}" dt="2024-11-21T10:43:02.905" v="2882" actId="2890"/>
        <pc:sldMkLst>
          <pc:docMk/>
          <pc:sldMk cId="1887288535" sldId="261"/>
        </pc:sldMkLst>
      </pc:sldChg>
      <pc:sldChg chg="addSp delSp modSp add mod ord">
        <pc:chgData name="종민 이" userId="572b16d98f19c0c1" providerId="LiveId" clId="{52BA1A3E-CD60-584E-9611-1F4F24E1A9E7}" dt="2024-12-03T00:32:49.755" v="16523" actId="20577"/>
        <pc:sldMkLst>
          <pc:docMk/>
          <pc:sldMk cId="2803602066" sldId="261"/>
        </pc:sldMkLst>
        <pc:spChg chg="add mod">
          <ac:chgData name="종민 이" userId="572b16d98f19c0c1" providerId="LiveId" clId="{52BA1A3E-CD60-584E-9611-1F4F24E1A9E7}" dt="2024-11-26T07:17:33.162" v="15525" actId="14100"/>
          <ac:spMkLst>
            <pc:docMk/>
            <pc:sldMk cId="2803602066" sldId="261"/>
            <ac:spMk id="3" creationId="{777501C7-23EA-7381-CA27-10C9D2A07265}"/>
          </ac:spMkLst>
        </pc:spChg>
        <pc:spChg chg="mod topLvl">
          <ac:chgData name="종민 이" userId="572b16d98f19c0c1" providerId="LiveId" clId="{52BA1A3E-CD60-584E-9611-1F4F24E1A9E7}" dt="2024-11-29T07:41:54.655" v="16207" actId="1076"/>
          <ac:spMkLst>
            <pc:docMk/>
            <pc:sldMk cId="2803602066" sldId="261"/>
            <ac:spMk id="5" creationId="{26F49236-5ADD-E785-DD72-F1D27A3DD9AE}"/>
          </ac:spMkLst>
        </pc:spChg>
        <pc:spChg chg="mod">
          <ac:chgData name="종민 이" userId="572b16d98f19c0c1" providerId="LiveId" clId="{52BA1A3E-CD60-584E-9611-1F4F24E1A9E7}" dt="2024-11-22T20:03:13.795" v="14606" actId="20577"/>
          <ac:spMkLst>
            <pc:docMk/>
            <pc:sldMk cId="2803602066" sldId="261"/>
            <ac:spMk id="7" creationId="{A261D993-7AAC-31ED-2624-2F843C0BAAA8}"/>
          </ac:spMkLst>
        </pc:spChg>
        <pc:spChg chg="add mod topLvl">
          <ac:chgData name="종민 이" userId="572b16d98f19c0c1" providerId="LiveId" clId="{52BA1A3E-CD60-584E-9611-1F4F24E1A9E7}" dt="2024-11-29T07:41:31.296" v="16204" actId="478"/>
          <ac:spMkLst>
            <pc:docMk/>
            <pc:sldMk cId="2803602066" sldId="261"/>
            <ac:spMk id="10" creationId="{7C20241E-D4C9-104A-28F5-2A219E37D5CE}"/>
          </ac:spMkLst>
        </pc:spChg>
        <pc:spChg chg="mod">
          <ac:chgData name="종민 이" userId="572b16d98f19c0c1" providerId="LiveId" clId="{52BA1A3E-CD60-584E-9611-1F4F24E1A9E7}" dt="2024-12-03T00:32:49.755" v="16523" actId="20577"/>
          <ac:spMkLst>
            <pc:docMk/>
            <pc:sldMk cId="2803602066" sldId="261"/>
            <ac:spMk id="16" creationId="{9F94ED69-F12E-4DEF-3B25-332E2CC24D07}"/>
          </ac:spMkLst>
        </pc:spChg>
        <pc:grpChg chg="add mod">
          <ac:chgData name="종민 이" userId="572b16d98f19c0c1" providerId="LiveId" clId="{52BA1A3E-CD60-584E-9611-1F4F24E1A9E7}" dt="2024-11-22T20:03:07.989" v="14578"/>
          <ac:grpSpMkLst>
            <pc:docMk/>
            <pc:sldMk cId="2803602066" sldId="261"/>
            <ac:grpSpMk id="6" creationId="{55EA387A-A44D-C54F-3DA6-24D027912739}"/>
          </ac:grpSpMkLst>
        </pc:grpChg>
        <pc:grpChg chg="add del mod">
          <ac:chgData name="종민 이" userId="572b16d98f19c0c1" providerId="LiveId" clId="{52BA1A3E-CD60-584E-9611-1F4F24E1A9E7}" dt="2024-11-29T07:41:31.296" v="16204" actId="478"/>
          <ac:grpSpMkLst>
            <pc:docMk/>
            <pc:sldMk cId="2803602066" sldId="261"/>
            <ac:grpSpMk id="11" creationId="{D242DAF7-8A61-618B-326E-78C97154EA8B}"/>
          </ac:grpSpMkLst>
        </pc:grpChg>
        <pc:grpChg chg="add mod">
          <ac:chgData name="종민 이" userId="572b16d98f19c0c1" providerId="LiveId" clId="{52BA1A3E-CD60-584E-9611-1F4F24E1A9E7}" dt="2024-11-29T07:29:37.044" v="15917" actId="1076"/>
          <ac:grpSpMkLst>
            <pc:docMk/>
            <pc:sldMk cId="2803602066" sldId="261"/>
            <ac:grpSpMk id="15" creationId="{D33739D8-C7AF-2F24-9726-33B73A03332A}"/>
          </ac:grpSpMkLst>
        </pc:grpChg>
        <pc:grpChg chg="add mod">
          <ac:chgData name="종민 이" userId="572b16d98f19c0c1" providerId="LiveId" clId="{52BA1A3E-CD60-584E-9611-1F4F24E1A9E7}" dt="2024-11-29T07:41:54.655" v="16207" actId="1076"/>
          <ac:grpSpMkLst>
            <pc:docMk/>
            <pc:sldMk cId="2803602066" sldId="261"/>
            <ac:grpSpMk id="22" creationId="{5FD291C1-E472-E28B-B14D-D225E77C8BFE}"/>
          </ac:grpSpMkLst>
        </pc:grpChg>
        <pc:grpChg chg="add mod">
          <ac:chgData name="종민 이" userId="572b16d98f19c0c1" providerId="LiveId" clId="{52BA1A3E-CD60-584E-9611-1F4F24E1A9E7}" dt="2024-11-29T07:41:54.655" v="16207" actId="1076"/>
          <ac:grpSpMkLst>
            <pc:docMk/>
            <pc:sldMk cId="2803602066" sldId="261"/>
            <ac:grpSpMk id="26" creationId="{6B16CCC1-71D3-4687-D0D4-E79D883D7A6E}"/>
          </ac:grpSpMkLst>
        </pc:grpChg>
        <pc:picChg chg="add mod">
          <ac:chgData name="종민 이" userId="572b16d98f19c0c1" providerId="LiveId" clId="{52BA1A3E-CD60-584E-9611-1F4F24E1A9E7}" dt="2024-11-29T07:41:54.655" v="16207" actId="1076"/>
          <ac:picMkLst>
            <pc:docMk/>
            <pc:sldMk cId="2803602066" sldId="261"/>
            <ac:picMk id="20" creationId="{9BDF3FB2-3A3A-0B1E-7837-C12CAC54AABC}"/>
          </ac:picMkLst>
        </pc:picChg>
        <pc:cxnChg chg="add mod">
          <ac:chgData name="종민 이" userId="572b16d98f19c0c1" providerId="LiveId" clId="{52BA1A3E-CD60-584E-9611-1F4F24E1A9E7}" dt="2024-11-21T11:21:39.993" v="4559"/>
          <ac:cxnSpMkLst>
            <pc:docMk/>
            <pc:sldMk cId="2803602066" sldId="261"/>
            <ac:cxnSpMk id="2" creationId="{5A08DDC3-9562-E65A-91A3-1DC533B18E7F}"/>
          </ac:cxnSpMkLst>
        </pc:cxnChg>
        <pc:cxnChg chg="mod">
          <ac:chgData name="종민 이" userId="572b16d98f19c0c1" providerId="LiveId" clId="{52BA1A3E-CD60-584E-9611-1F4F24E1A9E7}" dt="2024-11-22T20:03:07.989" v="14578"/>
          <ac:cxnSpMkLst>
            <pc:docMk/>
            <pc:sldMk cId="2803602066" sldId="261"/>
            <ac:cxnSpMk id="8" creationId="{68FFC629-598F-31AD-B5D3-814480B6A882}"/>
          </ac:cxnSpMkLst>
        </pc:cxnChg>
        <pc:cxnChg chg="add del mod topLvl">
          <ac:chgData name="종민 이" userId="572b16d98f19c0c1" providerId="LiveId" clId="{52BA1A3E-CD60-584E-9611-1F4F24E1A9E7}" dt="2024-11-29T07:41:31.296" v="16204" actId="478"/>
          <ac:cxnSpMkLst>
            <pc:docMk/>
            <pc:sldMk cId="2803602066" sldId="261"/>
            <ac:cxnSpMk id="9" creationId="{0BB60737-DC1A-E12D-F34F-A5D8BE3FDDAD}"/>
          </ac:cxnSpMkLst>
        </pc:cxnChg>
        <pc:cxnChg chg="mod topLvl">
          <ac:chgData name="종민 이" userId="572b16d98f19c0c1" providerId="LiveId" clId="{52BA1A3E-CD60-584E-9611-1F4F24E1A9E7}" dt="2024-11-29T07:41:54.655" v="16207" actId="1076"/>
          <ac:cxnSpMkLst>
            <pc:docMk/>
            <pc:sldMk cId="2803602066" sldId="261"/>
            <ac:cxnSpMk id="12" creationId="{E3B5D692-FE15-7A87-0B10-334F27A1FF30}"/>
          </ac:cxnSpMkLst>
        </pc:cxnChg>
        <pc:cxnChg chg="mod">
          <ac:chgData name="종민 이" userId="572b16d98f19c0c1" providerId="LiveId" clId="{52BA1A3E-CD60-584E-9611-1F4F24E1A9E7}" dt="2024-11-29T07:28:03.783" v="15896"/>
          <ac:cxnSpMkLst>
            <pc:docMk/>
            <pc:sldMk cId="2803602066" sldId="261"/>
            <ac:cxnSpMk id="17" creationId="{BE044172-76CB-02D6-2B1E-3FB3CDAD074B}"/>
          </ac:cxnSpMkLst>
        </pc:cxnChg>
      </pc:sldChg>
      <pc:sldChg chg="add del">
        <pc:chgData name="종민 이" userId="572b16d98f19c0c1" providerId="LiveId" clId="{52BA1A3E-CD60-584E-9611-1F4F24E1A9E7}" dt="2024-11-21T10:43:46.092" v="2926" actId="2890"/>
        <pc:sldMkLst>
          <pc:docMk/>
          <pc:sldMk cId="3528549836" sldId="261"/>
        </pc:sldMkLst>
      </pc:sldChg>
      <pc:sldChg chg="addSp delSp modSp add mod ord">
        <pc:chgData name="종민 이" userId="572b16d98f19c0c1" providerId="LiveId" clId="{52BA1A3E-CD60-584E-9611-1F4F24E1A9E7}" dt="2024-12-25T11:54:52.355" v="17664"/>
        <pc:sldMkLst>
          <pc:docMk/>
          <pc:sldMk cId="3532016026" sldId="262"/>
        </pc:sldMkLst>
        <pc:spChg chg="add mod">
          <ac:chgData name="종민 이" userId="572b16d98f19c0c1" providerId="LiveId" clId="{52BA1A3E-CD60-584E-9611-1F4F24E1A9E7}" dt="2024-11-26T07:17:20.965" v="15522" actId="20577"/>
          <ac:spMkLst>
            <pc:docMk/>
            <pc:sldMk cId="3532016026" sldId="262"/>
            <ac:spMk id="3" creationId="{DFCFA33E-B493-E1FE-17ED-642A5C05AE5E}"/>
          </ac:spMkLst>
        </pc:spChg>
        <pc:spChg chg="mod">
          <ac:chgData name="종민 이" userId="572b16d98f19c0c1" providerId="LiveId" clId="{52BA1A3E-CD60-584E-9611-1F4F24E1A9E7}" dt="2024-11-22T20:00:23.630" v="14361" actId="20577"/>
          <ac:spMkLst>
            <pc:docMk/>
            <pc:sldMk cId="3532016026" sldId="262"/>
            <ac:spMk id="12" creationId="{0D8EDB4E-05BE-388E-F762-A96E5E7CBBE8}"/>
          </ac:spMkLst>
        </pc:spChg>
        <pc:spChg chg="add del mod">
          <ac:chgData name="종민 이" userId="572b16d98f19c0c1" providerId="LiveId" clId="{52BA1A3E-CD60-584E-9611-1F4F24E1A9E7}" dt="2024-11-22T20:02:07.554" v="14371" actId="20577"/>
          <ac:spMkLst>
            <pc:docMk/>
            <pc:sldMk cId="3532016026" sldId="262"/>
            <ac:spMk id="13" creationId="{5EF13ACA-EC53-852A-6889-A656B744D017}"/>
          </ac:spMkLst>
        </pc:spChg>
        <pc:grpChg chg="add mod">
          <ac:chgData name="종민 이" userId="572b16d98f19c0c1" providerId="LiveId" clId="{52BA1A3E-CD60-584E-9611-1F4F24E1A9E7}" dt="2024-11-21T11:53:35.890" v="4960" actId="1076"/>
          <ac:grpSpMkLst>
            <pc:docMk/>
            <pc:sldMk cId="3532016026" sldId="262"/>
            <ac:grpSpMk id="8" creationId="{FD1BD32D-A197-6A8C-DA1B-D00338C309F9}"/>
          </ac:grpSpMkLst>
        </pc:grpChg>
        <pc:grpChg chg="add">
          <ac:chgData name="종민 이" userId="572b16d98f19c0c1" providerId="LiveId" clId="{52BA1A3E-CD60-584E-9611-1F4F24E1A9E7}" dt="2024-11-21T11:53:25.665" v="4959" actId="164"/>
          <ac:grpSpMkLst>
            <pc:docMk/>
            <pc:sldMk cId="3532016026" sldId="262"/>
            <ac:grpSpMk id="9" creationId="{F707F0B8-1621-5B97-19B2-8A200B053D26}"/>
          </ac:grpSpMkLst>
        </pc:grpChg>
        <pc:grpChg chg="add">
          <ac:chgData name="종민 이" userId="572b16d98f19c0c1" providerId="LiveId" clId="{52BA1A3E-CD60-584E-9611-1F4F24E1A9E7}" dt="2024-11-21T11:53:41.291" v="4961" actId="164"/>
          <ac:grpSpMkLst>
            <pc:docMk/>
            <pc:sldMk cId="3532016026" sldId="262"/>
            <ac:grpSpMk id="10" creationId="{F87DA552-D62F-4F1B-2F5F-DC4074F9D618}"/>
          </ac:grpSpMkLst>
        </pc:grpChg>
        <pc:grpChg chg="add mod">
          <ac:chgData name="종민 이" userId="572b16d98f19c0c1" providerId="LiveId" clId="{52BA1A3E-CD60-584E-9611-1F4F24E1A9E7}" dt="2024-11-22T20:00:06.481" v="14329"/>
          <ac:grpSpMkLst>
            <pc:docMk/>
            <pc:sldMk cId="3532016026" sldId="262"/>
            <ac:grpSpMk id="11" creationId="{7C94CD4F-896A-D984-C751-155802635C9D}"/>
          </ac:grpSpMkLst>
        </pc:grpChg>
        <pc:grpChg chg="add">
          <ac:chgData name="종민 이" userId="572b16d98f19c0c1" providerId="LiveId" clId="{52BA1A3E-CD60-584E-9611-1F4F24E1A9E7}" dt="2024-11-21T11:58:20.786" v="5258" actId="164"/>
          <ac:grpSpMkLst>
            <pc:docMk/>
            <pc:sldMk cId="3532016026" sldId="262"/>
            <ac:grpSpMk id="16" creationId="{298B208E-53F0-0626-5AB1-7ADBB7798868}"/>
          </ac:grpSpMkLst>
        </pc:grpChg>
        <pc:picChg chg="add mod">
          <ac:chgData name="종민 이" userId="572b16d98f19c0c1" providerId="LiveId" clId="{52BA1A3E-CD60-584E-9611-1F4F24E1A9E7}" dt="2024-11-21T11:52:53.976" v="4952" actId="1076"/>
          <ac:picMkLst>
            <pc:docMk/>
            <pc:sldMk cId="3532016026" sldId="262"/>
            <ac:picMk id="4" creationId="{2AB2B2F9-2D34-B964-214D-F5C0FBA55399}"/>
          </ac:picMkLst>
        </pc:picChg>
        <pc:picChg chg="add mod">
          <ac:chgData name="종민 이" userId="572b16d98f19c0c1" providerId="LiveId" clId="{52BA1A3E-CD60-584E-9611-1F4F24E1A9E7}" dt="2024-11-21T11:52:54.275" v="4953" actId="1076"/>
          <ac:picMkLst>
            <pc:docMk/>
            <pc:sldMk cId="3532016026" sldId="262"/>
            <ac:picMk id="6" creationId="{5E96893F-1488-B493-2E3A-F9F422892312}"/>
          </ac:picMkLst>
        </pc:picChg>
        <pc:picChg chg="add mod">
          <ac:chgData name="종민 이" userId="572b16d98f19c0c1" providerId="LiveId" clId="{52BA1A3E-CD60-584E-9611-1F4F24E1A9E7}" dt="2024-11-21T11:53:35.890" v="4960" actId="1076"/>
          <ac:picMkLst>
            <pc:docMk/>
            <pc:sldMk cId="3532016026" sldId="262"/>
            <ac:picMk id="5122" creationId="{F092BA79-D021-55F4-B93C-73431539AA7C}"/>
          </ac:picMkLst>
        </pc:picChg>
        <pc:picChg chg="add mod">
          <ac:chgData name="종민 이" userId="572b16d98f19c0c1" providerId="LiveId" clId="{52BA1A3E-CD60-584E-9611-1F4F24E1A9E7}" dt="2024-11-21T11:51:35.055" v="4942" actId="1076"/>
          <ac:picMkLst>
            <pc:docMk/>
            <pc:sldMk cId="3532016026" sldId="262"/>
            <ac:picMk id="5128" creationId="{AD407BDB-5B6C-360C-D286-C2D823618B73}"/>
          </ac:picMkLst>
        </pc:picChg>
        <pc:picChg chg="add mod">
          <ac:chgData name="종민 이" userId="572b16d98f19c0c1" providerId="LiveId" clId="{52BA1A3E-CD60-584E-9611-1F4F24E1A9E7}" dt="2024-11-21T11:51:29.122" v="4941" actId="1076"/>
          <ac:picMkLst>
            <pc:docMk/>
            <pc:sldMk cId="3532016026" sldId="262"/>
            <ac:picMk id="5130" creationId="{8401E985-1368-F61F-3663-E09CC0E96163}"/>
          </ac:picMkLst>
        </pc:picChg>
        <pc:picChg chg="add mod">
          <ac:chgData name="종민 이" userId="572b16d98f19c0c1" providerId="LiveId" clId="{52BA1A3E-CD60-584E-9611-1F4F24E1A9E7}" dt="2024-11-21T11:53:35.890" v="4960" actId="1076"/>
          <ac:picMkLst>
            <pc:docMk/>
            <pc:sldMk cId="3532016026" sldId="262"/>
            <ac:picMk id="5134" creationId="{2AB92E2F-CFB0-4F97-134A-F03DA71E6286}"/>
          </ac:picMkLst>
        </pc:picChg>
        <pc:picChg chg="add mod">
          <ac:chgData name="종민 이" userId="572b16d98f19c0c1" providerId="LiveId" clId="{52BA1A3E-CD60-584E-9611-1F4F24E1A9E7}" dt="2024-11-21T11:53:35.890" v="4960" actId="1076"/>
          <ac:picMkLst>
            <pc:docMk/>
            <pc:sldMk cId="3532016026" sldId="262"/>
            <ac:picMk id="5136" creationId="{38BF2D5D-2599-7A46-2FB1-EA247427689B}"/>
          </ac:picMkLst>
        </pc:picChg>
        <pc:cxnChg chg="add mod">
          <ac:chgData name="종민 이" userId="572b16d98f19c0c1" providerId="LiveId" clId="{52BA1A3E-CD60-584E-9611-1F4F24E1A9E7}" dt="2024-11-21T11:21:40.675" v="4560"/>
          <ac:cxnSpMkLst>
            <pc:docMk/>
            <pc:sldMk cId="3532016026" sldId="262"/>
            <ac:cxnSpMk id="2" creationId="{BF2F9DC0-03FC-C207-EF7E-A698475D2D23}"/>
          </ac:cxnSpMkLst>
        </pc:cxnChg>
        <pc:cxnChg chg="add mod">
          <ac:chgData name="종민 이" userId="572b16d98f19c0c1" providerId="LiveId" clId="{52BA1A3E-CD60-584E-9611-1F4F24E1A9E7}" dt="2024-11-21T11:58:16.511" v="5257" actId="1076"/>
          <ac:cxnSpMkLst>
            <pc:docMk/>
            <pc:sldMk cId="3532016026" sldId="262"/>
            <ac:cxnSpMk id="14" creationId="{E6F9846B-D494-DEE3-5B6C-FDE21BA1B738}"/>
          </ac:cxnSpMkLst>
        </pc:cxnChg>
        <pc:cxnChg chg="mod">
          <ac:chgData name="종민 이" userId="572b16d98f19c0c1" providerId="LiveId" clId="{52BA1A3E-CD60-584E-9611-1F4F24E1A9E7}" dt="2024-11-22T20:00:06.481" v="14329"/>
          <ac:cxnSpMkLst>
            <pc:docMk/>
            <pc:sldMk cId="3532016026" sldId="262"/>
            <ac:cxnSpMk id="15" creationId="{2B431F6A-88C3-33F4-5391-11AC95A6C2A8}"/>
          </ac:cxnSpMkLst>
        </pc:cxnChg>
      </pc:sldChg>
      <pc:sldChg chg="addSp delSp modSp add del mod ord">
        <pc:chgData name="종민 이" userId="572b16d98f19c0c1" providerId="LiveId" clId="{52BA1A3E-CD60-584E-9611-1F4F24E1A9E7}" dt="2024-12-03T00:33:33.179" v="16530" actId="2696"/>
        <pc:sldMkLst>
          <pc:docMk/>
          <pc:sldMk cId="252365908" sldId="263"/>
        </pc:sldMkLst>
      </pc:sldChg>
      <pc:sldChg chg="addSp delSp modSp add mod ord">
        <pc:chgData name="종민 이" userId="572b16d98f19c0c1" providerId="LiveId" clId="{52BA1A3E-CD60-584E-9611-1F4F24E1A9E7}" dt="2024-11-29T07:35:19.317" v="16167" actId="2711"/>
        <pc:sldMkLst>
          <pc:docMk/>
          <pc:sldMk cId="2201660183" sldId="264"/>
        </pc:sldMkLst>
        <pc:spChg chg="add mod">
          <ac:chgData name="종민 이" userId="572b16d98f19c0c1" providerId="LiveId" clId="{52BA1A3E-CD60-584E-9611-1F4F24E1A9E7}" dt="2024-11-26T07:18:19.504" v="15531" actId="20577"/>
          <ac:spMkLst>
            <pc:docMk/>
            <pc:sldMk cId="2201660183" sldId="264"/>
            <ac:spMk id="3" creationId="{69E063F1-E2EA-77DA-9C99-2836B8BD0CE5}"/>
          </ac:spMkLst>
        </pc:spChg>
        <pc:spChg chg="add mod">
          <ac:chgData name="종민 이" userId="572b16d98f19c0c1" providerId="LiveId" clId="{52BA1A3E-CD60-584E-9611-1F4F24E1A9E7}" dt="2024-11-29T07:35:10.371" v="16166" actId="2711"/>
          <ac:spMkLst>
            <pc:docMk/>
            <pc:sldMk cId="2201660183" sldId="264"/>
            <ac:spMk id="5" creationId="{14393435-854D-C015-E4F4-449E7F6CA0AA}"/>
          </ac:spMkLst>
        </pc:spChg>
        <pc:spChg chg="add mod">
          <ac:chgData name="종민 이" userId="572b16d98f19c0c1" providerId="LiveId" clId="{52BA1A3E-CD60-584E-9611-1F4F24E1A9E7}" dt="2024-11-29T07:34:59.855" v="16165" actId="2711"/>
          <ac:spMkLst>
            <pc:docMk/>
            <pc:sldMk cId="2201660183" sldId="264"/>
            <ac:spMk id="7" creationId="{1613D579-F511-D34C-6361-CE57C5AB01FE}"/>
          </ac:spMkLst>
        </pc:spChg>
        <pc:spChg chg="add mod">
          <ac:chgData name="종민 이" userId="572b16d98f19c0c1" providerId="LiveId" clId="{52BA1A3E-CD60-584E-9611-1F4F24E1A9E7}" dt="2024-11-21T11:38:03.050" v="4801" actId="1076"/>
          <ac:spMkLst>
            <pc:docMk/>
            <pc:sldMk cId="2201660183" sldId="264"/>
            <ac:spMk id="8" creationId="{EA447F19-238D-7343-DFC6-701275FF46AF}"/>
          </ac:spMkLst>
        </pc:spChg>
        <pc:spChg chg="mod">
          <ac:chgData name="종민 이" userId="572b16d98f19c0c1" providerId="LiveId" clId="{52BA1A3E-CD60-584E-9611-1F4F24E1A9E7}" dt="2024-11-21T11:38:30.002" v="4830" actId="20577"/>
          <ac:spMkLst>
            <pc:docMk/>
            <pc:sldMk cId="2201660183" sldId="264"/>
            <ac:spMk id="13" creationId="{AAC3E8E4-1F54-A156-D285-DF2E0CC5EC76}"/>
          </ac:spMkLst>
        </pc:spChg>
        <pc:spChg chg="mod">
          <ac:chgData name="종민 이" userId="572b16d98f19c0c1" providerId="LiveId" clId="{52BA1A3E-CD60-584E-9611-1F4F24E1A9E7}" dt="2024-11-22T20:03:58.535" v="14695" actId="20577"/>
          <ac:spMkLst>
            <pc:docMk/>
            <pc:sldMk cId="2201660183" sldId="264"/>
            <ac:spMk id="14" creationId="{31081DF9-1389-CFA5-04BC-96298FB95838}"/>
          </ac:spMkLst>
        </pc:spChg>
        <pc:spChg chg="mod">
          <ac:chgData name="종민 이" userId="572b16d98f19c0c1" providerId="LiveId" clId="{52BA1A3E-CD60-584E-9611-1F4F24E1A9E7}" dt="2024-11-21T11:38:56.955" v="4859" actId="20577"/>
          <ac:spMkLst>
            <pc:docMk/>
            <pc:sldMk cId="2201660183" sldId="264"/>
            <ac:spMk id="17" creationId="{BBD04AAD-BB46-0197-3DF8-E390CD818858}"/>
          </ac:spMkLst>
        </pc:spChg>
        <pc:spChg chg="add mod">
          <ac:chgData name="종민 이" userId="572b16d98f19c0c1" providerId="LiveId" clId="{52BA1A3E-CD60-584E-9611-1F4F24E1A9E7}" dt="2024-11-29T07:35:19.317" v="16167" actId="2711"/>
          <ac:spMkLst>
            <pc:docMk/>
            <pc:sldMk cId="2201660183" sldId="264"/>
            <ac:spMk id="20" creationId="{3223C4F4-2A2C-F4C6-6938-3B6588F25FE6}"/>
          </ac:spMkLst>
        </pc:spChg>
        <pc:grpChg chg="add mod">
          <ac:chgData name="종민 이" userId="572b16d98f19c0c1" providerId="LiveId" clId="{52BA1A3E-CD60-584E-9611-1F4F24E1A9E7}" dt="2024-11-22T20:03:52.369" v="14664"/>
          <ac:grpSpMkLst>
            <pc:docMk/>
            <pc:sldMk cId="2201660183" sldId="264"/>
            <ac:grpSpMk id="9" creationId="{9F9634E9-F9A7-D079-756E-3F026F7A2AFA}"/>
          </ac:grpSpMkLst>
        </pc:grpChg>
        <pc:grpChg chg="add mod">
          <ac:chgData name="종민 이" userId="572b16d98f19c0c1" providerId="LiveId" clId="{52BA1A3E-CD60-584E-9611-1F4F24E1A9E7}" dt="2024-11-29T07:34:13.420" v="16158" actId="1076"/>
          <ac:grpSpMkLst>
            <pc:docMk/>
            <pc:sldMk cId="2201660183" sldId="264"/>
            <ac:grpSpMk id="10" creationId="{667C9EF4-0892-5F38-5214-7B979082A465}"/>
          </ac:grpSpMkLst>
        </pc:grpChg>
        <pc:grpChg chg="add mod">
          <ac:chgData name="종민 이" userId="572b16d98f19c0c1" providerId="LiveId" clId="{52BA1A3E-CD60-584E-9611-1F4F24E1A9E7}" dt="2024-11-21T11:38:19.849" v="4808" actId="1076"/>
          <ac:grpSpMkLst>
            <pc:docMk/>
            <pc:sldMk cId="2201660183" sldId="264"/>
            <ac:grpSpMk id="11" creationId="{5ABEF408-BB74-6CE5-2DDC-9CD3F2D1CD4E}"/>
          </ac:grpSpMkLst>
        </pc:grpChg>
        <pc:grpChg chg="add mod">
          <ac:chgData name="종민 이" userId="572b16d98f19c0c1" providerId="LiveId" clId="{52BA1A3E-CD60-584E-9611-1F4F24E1A9E7}" dt="2024-11-29T07:33:21.073" v="16115" actId="1076"/>
          <ac:grpSpMkLst>
            <pc:docMk/>
            <pc:sldMk cId="2201660183" sldId="264"/>
            <ac:grpSpMk id="15" creationId="{8E0CF5C6-AE31-1639-4478-CB47BEBB16B2}"/>
          </ac:grpSpMkLst>
        </pc:grpChg>
        <pc:cxnChg chg="add mod">
          <ac:chgData name="종민 이" userId="572b16d98f19c0c1" providerId="LiveId" clId="{52BA1A3E-CD60-584E-9611-1F4F24E1A9E7}" dt="2024-11-21T11:21:42.525" v="4562"/>
          <ac:cxnSpMkLst>
            <pc:docMk/>
            <pc:sldMk cId="2201660183" sldId="264"/>
            <ac:cxnSpMk id="2" creationId="{8A208FEC-2384-BF0C-DC63-D013CECDB486}"/>
          </ac:cxnSpMkLst>
        </pc:cxnChg>
        <pc:cxnChg chg="add mod">
          <ac:chgData name="종민 이" userId="572b16d98f19c0c1" providerId="LiveId" clId="{52BA1A3E-CD60-584E-9611-1F4F24E1A9E7}" dt="2024-11-21T11:38:08.030" v="4803" actId="14100"/>
          <ac:cxnSpMkLst>
            <pc:docMk/>
            <pc:sldMk cId="2201660183" sldId="264"/>
            <ac:cxnSpMk id="4" creationId="{9CD19860-22F5-2A5A-59AD-69F1EF078E55}"/>
          </ac:cxnSpMkLst>
        </pc:cxnChg>
        <pc:cxnChg chg="mod">
          <ac:chgData name="종민 이" userId="572b16d98f19c0c1" providerId="LiveId" clId="{52BA1A3E-CD60-584E-9611-1F4F24E1A9E7}" dt="2024-11-21T11:38:38.511" v="4831" actId="14100"/>
          <ac:cxnSpMkLst>
            <pc:docMk/>
            <pc:sldMk cId="2201660183" sldId="264"/>
            <ac:cxnSpMk id="12" creationId="{71A9C12D-52D6-7910-64FF-A1A33B0D0805}"/>
          </ac:cxnSpMkLst>
        </pc:cxnChg>
        <pc:cxnChg chg="mod">
          <ac:chgData name="종민 이" userId="572b16d98f19c0c1" providerId="LiveId" clId="{52BA1A3E-CD60-584E-9611-1F4F24E1A9E7}" dt="2024-11-21T11:38:41.750" v="4832"/>
          <ac:cxnSpMkLst>
            <pc:docMk/>
            <pc:sldMk cId="2201660183" sldId="264"/>
            <ac:cxnSpMk id="16" creationId="{BBDB997A-D2C6-9C42-50A0-E57D34499982}"/>
          </ac:cxnSpMkLst>
        </pc:cxnChg>
        <pc:cxnChg chg="mod">
          <ac:chgData name="종민 이" userId="572b16d98f19c0c1" providerId="LiveId" clId="{52BA1A3E-CD60-584E-9611-1F4F24E1A9E7}" dt="2024-11-22T20:03:52.369" v="14664"/>
          <ac:cxnSpMkLst>
            <pc:docMk/>
            <pc:sldMk cId="2201660183" sldId="264"/>
            <ac:cxnSpMk id="18" creationId="{3874F328-E952-D61A-459B-14FC65478F03}"/>
          </ac:cxnSpMkLst>
        </pc:cxnChg>
      </pc:sldChg>
      <pc:sldChg chg="addSp delSp modSp add mod">
        <pc:chgData name="종민 이" userId="572b16d98f19c0c1" providerId="LiveId" clId="{52BA1A3E-CD60-584E-9611-1F4F24E1A9E7}" dt="2024-11-26T07:19:05.410" v="15534" actId="20577"/>
        <pc:sldMkLst>
          <pc:docMk/>
          <pc:sldMk cId="1281254546" sldId="265"/>
        </pc:sldMkLst>
        <pc:spChg chg="add mod">
          <ac:chgData name="종민 이" userId="572b16d98f19c0c1" providerId="LiveId" clId="{52BA1A3E-CD60-584E-9611-1F4F24E1A9E7}" dt="2024-11-26T07:19:05.410" v="15534" actId="20577"/>
          <ac:spMkLst>
            <pc:docMk/>
            <pc:sldMk cId="1281254546" sldId="265"/>
            <ac:spMk id="2" creationId="{1DD37AA3-2868-84B7-88F0-67F23071C8DC}"/>
          </ac:spMkLst>
        </pc:spChg>
        <pc:spChg chg="mod">
          <ac:chgData name="종민 이" userId="572b16d98f19c0c1" providerId="LiveId" clId="{52BA1A3E-CD60-584E-9611-1F4F24E1A9E7}" dt="2024-11-22T20:05:35.307" v="14784" actId="20577"/>
          <ac:spMkLst>
            <pc:docMk/>
            <pc:sldMk cId="1281254546" sldId="265"/>
            <ac:spMk id="7" creationId="{4D8B3AB4-5EC5-7D43-1827-F9B4D2F2A9A0}"/>
          </ac:spMkLst>
        </pc:spChg>
        <pc:grpChg chg="add mod">
          <ac:chgData name="종민 이" userId="572b16d98f19c0c1" providerId="LiveId" clId="{52BA1A3E-CD60-584E-9611-1F4F24E1A9E7}" dt="2024-11-22T20:05:28.674" v="14744"/>
          <ac:grpSpMkLst>
            <pc:docMk/>
            <pc:sldMk cId="1281254546" sldId="265"/>
            <ac:grpSpMk id="6" creationId="{DE133151-AAFB-14B3-B1AC-374752B76E22}"/>
          </ac:grpSpMkLst>
        </pc:grpChg>
        <pc:cxnChg chg="add mod">
          <ac:chgData name="종민 이" userId="572b16d98f19c0c1" providerId="LiveId" clId="{52BA1A3E-CD60-584E-9611-1F4F24E1A9E7}" dt="2024-11-21T11:21:43.197" v="4563"/>
          <ac:cxnSpMkLst>
            <pc:docMk/>
            <pc:sldMk cId="1281254546" sldId="265"/>
            <ac:cxnSpMk id="3" creationId="{D363A0CF-AE5B-31CD-5039-0C7AD9B7EA77}"/>
          </ac:cxnSpMkLst>
        </pc:cxnChg>
        <pc:cxnChg chg="mod">
          <ac:chgData name="종민 이" userId="572b16d98f19c0c1" providerId="LiveId" clId="{52BA1A3E-CD60-584E-9611-1F4F24E1A9E7}" dt="2024-11-22T20:05:39.419" v="14785" actId="14100"/>
          <ac:cxnSpMkLst>
            <pc:docMk/>
            <pc:sldMk cId="1281254546" sldId="265"/>
            <ac:cxnSpMk id="8" creationId="{0FA94327-8E5C-8FE6-D488-EA97437B09D9}"/>
          </ac:cxnSpMkLst>
        </pc:cxnChg>
      </pc:sldChg>
      <pc:sldChg chg="addSp modSp add mod ord">
        <pc:chgData name="종민 이" userId="572b16d98f19c0c1" providerId="LiveId" clId="{52BA1A3E-CD60-584E-9611-1F4F24E1A9E7}" dt="2024-11-21T11:59:36.078" v="5275" actId="20578"/>
        <pc:sldMkLst>
          <pc:docMk/>
          <pc:sldMk cId="1466161201" sldId="266"/>
        </pc:sldMkLst>
        <pc:spChg chg="mod">
          <ac:chgData name="종민 이" userId="572b16d98f19c0c1" providerId="LiveId" clId="{52BA1A3E-CD60-584E-9611-1F4F24E1A9E7}" dt="2024-11-21T10:47:17.099" v="3144" actId="20577"/>
          <ac:spMkLst>
            <pc:docMk/>
            <pc:sldMk cId="1466161201" sldId="266"/>
            <ac:spMk id="20" creationId="{595FDB51-5DD9-2953-7189-C865415D9D1C}"/>
          </ac:spMkLst>
        </pc:spChg>
        <pc:grpChg chg="mod">
          <ac:chgData name="종민 이" userId="572b16d98f19c0c1" providerId="LiveId" clId="{52BA1A3E-CD60-584E-9611-1F4F24E1A9E7}" dt="2024-11-21T10:47:24.171" v="3146" actId="1076"/>
          <ac:grpSpMkLst>
            <pc:docMk/>
            <pc:sldMk cId="1466161201" sldId="266"/>
            <ac:grpSpMk id="19" creationId="{17BCB2B7-E712-0CC1-06EB-F6A54BB1A78B}"/>
          </ac:grpSpMkLst>
        </pc:grpChg>
        <pc:cxnChg chg="add mod">
          <ac:chgData name="종민 이" userId="572b16d98f19c0c1" providerId="LiveId" clId="{52BA1A3E-CD60-584E-9611-1F4F24E1A9E7}" dt="2024-11-21T11:21:44.122" v="4564"/>
          <ac:cxnSpMkLst>
            <pc:docMk/>
            <pc:sldMk cId="1466161201" sldId="266"/>
            <ac:cxnSpMk id="6" creationId="{1B5A0A95-6619-1675-8D72-FB7EB91BDAE6}"/>
          </ac:cxnSpMkLst>
        </pc:cxnChg>
        <pc:cxnChg chg="mod">
          <ac:chgData name="종민 이" userId="572b16d98f19c0c1" providerId="LiveId" clId="{52BA1A3E-CD60-584E-9611-1F4F24E1A9E7}" dt="2024-11-21T10:47:21.285" v="3145" actId="14100"/>
          <ac:cxnSpMkLst>
            <pc:docMk/>
            <pc:sldMk cId="1466161201" sldId="266"/>
            <ac:cxnSpMk id="21" creationId="{D2DCD251-5F76-D4C0-B9BD-7F59D7847285}"/>
          </ac:cxnSpMkLst>
        </pc:cxnChg>
      </pc:sldChg>
      <pc:sldChg chg="addSp delSp modSp add mod">
        <pc:chgData name="종민 이" userId="572b16d98f19c0c1" providerId="LiveId" clId="{52BA1A3E-CD60-584E-9611-1F4F24E1A9E7}" dt="2024-12-03T00:55:09.787" v="17579" actId="20577"/>
        <pc:sldMkLst>
          <pc:docMk/>
          <pc:sldMk cId="603215997" sldId="267"/>
        </pc:sldMkLst>
        <pc:spChg chg="add mod">
          <ac:chgData name="종민 이" userId="572b16d98f19c0c1" providerId="LiveId" clId="{52BA1A3E-CD60-584E-9611-1F4F24E1A9E7}" dt="2024-12-03T00:55:09.787" v="17579" actId="20577"/>
          <ac:spMkLst>
            <pc:docMk/>
            <pc:sldMk cId="603215997" sldId="267"/>
            <ac:spMk id="4" creationId="{FD8A9B85-FCD5-D28D-D9F9-6C626F0EBAA9}"/>
          </ac:spMkLst>
        </pc:spChg>
        <pc:spChg chg="mod">
          <ac:chgData name="종민 이" userId="572b16d98f19c0c1" providerId="LiveId" clId="{52BA1A3E-CD60-584E-9611-1F4F24E1A9E7}" dt="2024-11-21T11:59:40.037" v="5282" actId="20577"/>
          <ac:spMkLst>
            <pc:docMk/>
            <pc:sldMk cId="603215997" sldId="267"/>
            <ac:spMk id="20" creationId="{4C43B5D7-CD25-6AE1-C7DF-4E31F52B7243}"/>
          </ac:spMkLst>
        </pc:spChg>
        <pc:cxnChg chg="mod">
          <ac:chgData name="종민 이" userId="572b16d98f19c0c1" providerId="LiveId" clId="{52BA1A3E-CD60-584E-9611-1F4F24E1A9E7}" dt="2024-11-21T11:59:44.078" v="5283" actId="14100"/>
          <ac:cxnSpMkLst>
            <pc:docMk/>
            <pc:sldMk cId="603215997" sldId="267"/>
            <ac:cxnSpMk id="21" creationId="{4611A038-5717-0D40-98F1-36BD4D7B9071}"/>
          </ac:cxnSpMkLst>
        </pc:cxnChg>
      </pc:sldChg>
      <pc:sldChg chg="add del">
        <pc:chgData name="종민 이" userId="572b16d98f19c0c1" providerId="LiveId" clId="{52BA1A3E-CD60-584E-9611-1F4F24E1A9E7}" dt="2024-11-21T11:59:26.823" v="5273" actId="2890"/>
        <pc:sldMkLst>
          <pc:docMk/>
          <pc:sldMk cId="756782808" sldId="267"/>
        </pc:sldMkLst>
      </pc:sldChg>
      <pc:sldChg chg="addSp delSp modSp add mod">
        <pc:chgData name="종민 이" userId="572b16d98f19c0c1" providerId="LiveId" clId="{52BA1A3E-CD60-584E-9611-1F4F24E1A9E7}" dt="2024-12-27T05:36:35.494" v="17670" actId="20577"/>
        <pc:sldMkLst>
          <pc:docMk/>
          <pc:sldMk cId="2122092029" sldId="268"/>
        </pc:sldMkLst>
        <pc:spChg chg="add mod">
          <ac:chgData name="종민 이" userId="572b16d98f19c0c1" providerId="LiveId" clId="{52BA1A3E-CD60-584E-9611-1F4F24E1A9E7}" dt="2024-11-26T07:16:15.362" v="15504" actId="20577"/>
          <ac:spMkLst>
            <pc:docMk/>
            <pc:sldMk cId="2122092029" sldId="268"/>
            <ac:spMk id="3" creationId="{0CDF6F6B-D893-1D1D-88EA-CBD6D9A7E0A4}"/>
          </ac:spMkLst>
        </pc:spChg>
        <pc:spChg chg="add del mod">
          <ac:chgData name="종민 이" userId="572b16d98f19c0c1" providerId="LiveId" clId="{52BA1A3E-CD60-584E-9611-1F4F24E1A9E7}" dt="2024-12-27T05:36:29.079" v="17667"/>
          <ac:spMkLst>
            <pc:docMk/>
            <pc:sldMk cId="2122092029" sldId="268"/>
            <ac:spMk id="6" creationId="{4B33586D-2EF0-A42D-8C1C-1941C537AC74}"/>
          </ac:spMkLst>
        </pc:spChg>
        <pc:spChg chg="add mod topLvl">
          <ac:chgData name="종민 이" userId="572b16d98f19c0c1" providerId="LiveId" clId="{52BA1A3E-CD60-584E-9611-1F4F24E1A9E7}" dt="2024-12-12T12:38:18.646" v="17657" actId="165"/>
          <ac:spMkLst>
            <pc:docMk/>
            <pc:sldMk cId="2122092029" sldId="268"/>
            <ac:spMk id="15" creationId="{4ED33386-B546-DF66-CC16-F3288B1DB82E}"/>
          </ac:spMkLst>
        </pc:spChg>
        <pc:spChg chg="add mod topLvl">
          <ac:chgData name="종민 이" userId="572b16d98f19c0c1" providerId="LiveId" clId="{52BA1A3E-CD60-584E-9611-1F4F24E1A9E7}" dt="2024-12-12T12:38:13.747" v="17656" actId="165"/>
          <ac:spMkLst>
            <pc:docMk/>
            <pc:sldMk cId="2122092029" sldId="268"/>
            <ac:spMk id="17" creationId="{AF3F75FD-F470-3BCB-9299-A0C6DE55167B}"/>
          </ac:spMkLst>
        </pc:spChg>
        <pc:spChg chg="add mod topLvl">
          <ac:chgData name="종민 이" userId="572b16d98f19c0c1" providerId="LiveId" clId="{52BA1A3E-CD60-584E-9611-1F4F24E1A9E7}" dt="2024-12-12T12:38:13.747" v="17656" actId="165"/>
          <ac:spMkLst>
            <pc:docMk/>
            <pc:sldMk cId="2122092029" sldId="268"/>
            <ac:spMk id="19" creationId="{143918BE-6596-9FF3-18C0-BC925E0ED161}"/>
          </ac:spMkLst>
        </pc:spChg>
        <pc:spChg chg="add mod topLvl">
          <ac:chgData name="종민 이" userId="572b16d98f19c0c1" providerId="LiveId" clId="{52BA1A3E-CD60-584E-9611-1F4F24E1A9E7}" dt="2024-12-12T12:38:13.747" v="17656" actId="165"/>
          <ac:spMkLst>
            <pc:docMk/>
            <pc:sldMk cId="2122092029" sldId="268"/>
            <ac:spMk id="20" creationId="{742F15CE-266C-0999-D39F-EF7CF759564B}"/>
          </ac:spMkLst>
        </pc:spChg>
        <pc:spChg chg="add mod topLvl">
          <ac:chgData name="종민 이" userId="572b16d98f19c0c1" providerId="LiveId" clId="{52BA1A3E-CD60-584E-9611-1F4F24E1A9E7}" dt="2024-12-12T12:38:13.747" v="17656" actId="165"/>
          <ac:spMkLst>
            <pc:docMk/>
            <pc:sldMk cId="2122092029" sldId="268"/>
            <ac:spMk id="21" creationId="{1604F778-3FEB-F1AE-7DE1-04F6DEA73BC5}"/>
          </ac:spMkLst>
        </pc:spChg>
        <pc:spChg chg="add mod topLvl">
          <ac:chgData name="종민 이" userId="572b16d98f19c0c1" providerId="LiveId" clId="{52BA1A3E-CD60-584E-9611-1F4F24E1A9E7}" dt="2024-12-12T12:38:18.646" v="17657" actId="165"/>
          <ac:spMkLst>
            <pc:docMk/>
            <pc:sldMk cId="2122092029" sldId="268"/>
            <ac:spMk id="22" creationId="{BC3CFC51-B6CF-D304-C834-578ED8CF2BB6}"/>
          </ac:spMkLst>
        </pc:spChg>
        <pc:spChg chg="add mod topLvl">
          <ac:chgData name="종민 이" userId="572b16d98f19c0c1" providerId="LiveId" clId="{52BA1A3E-CD60-584E-9611-1F4F24E1A9E7}" dt="2024-12-12T12:38:13.747" v="17656" actId="165"/>
          <ac:spMkLst>
            <pc:docMk/>
            <pc:sldMk cId="2122092029" sldId="268"/>
            <ac:spMk id="23" creationId="{8B5582F2-8CAB-1AC2-7B89-7466CC299177}"/>
          </ac:spMkLst>
        </pc:spChg>
        <pc:spChg chg="add mod topLvl">
          <ac:chgData name="종민 이" userId="572b16d98f19c0c1" providerId="LiveId" clId="{52BA1A3E-CD60-584E-9611-1F4F24E1A9E7}" dt="2024-12-12T12:38:13.747" v="17656" actId="165"/>
          <ac:spMkLst>
            <pc:docMk/>
            <pc:sldMk cId="2122092029" sldId="268"/>
            <ac:spMk id="24" creationId="{0E1BF7DF-E958-E817-DF58-DDA38450252E}"/>
          </ac:spMkLst>
        </pc:spChg>
        <pc:spChg chg="add mod topLvl">
          <ac:chgData name="종민 이" userId="572b16d98f19c0c1" providerId="LiveId" clId="{52BA1A3E-CD60-584E-9611-1F4F24E1A9E7}" dt="2024-12-12T12:38:18.646" v="17657" actId="165"/>
          <ac:spMkLst>
            <pc:docMk/>
            <pc:sldMk cId="2122092029" sldId="268"/>
            <ac:spMk id="25" creationId="{FE220B28-F29B-2333-F97A-15C581ECEEE9}"/>
          </ac:spMkLst>
        </pc:spChg>
        <pc:spChg chg="add mod topLvl">
          <ac:chgData name="종민 이" userId="572b16d98f19c0c1" providerId="LiveId" clId="{52BA1A3E-CD60-584E-9611-1F4F24E1A9E7}" dt="2024-12-12T12:38:13.747" v="17656" actId="165"/>
          <ac:spMkLst>
            <pc:docMk/>
            <pc:sldMk cId="2122092029" sldId="268"/>
            <ac:spMk id="26" creationId="{30324452-5CEC-2F7E-5F74-5B26C14C9AC2}"/>
          </ac:spMkLst>
        </pc:spChg>
        <pc:spChg chg="add mod topLvl">
          <ac:chgData name="종민 이" userId="572b16d98f19c0c1" providerId="LiveId" clId="{52BA1A3E-CD60-584E-9611-1F4F24E1A9E7}" dt="2024-12-12T12:38:13.747" v="17656" actId="165"/>
          <ac:spMkLst>
            <pc:docMk/>
            <pc:sldMk cId="2122092029" sldId="268"/>
            <ac:spMk id="27" creationId="{E34578CB-D876-9B0D-FA30-A0C081E1AB4B}"/>
          </ac:spMkLst>
        </pc:spChg>
        <pc:spChg chg="add mod topLvl">
          <ac:chgData name="종민 이" userId="572b16d98f19c0c1" providerId="LiveId" clId="{52BA1A3E-CD60-584E-9611-1F4F24E1A9E7}" dt="2024-12-27T05:36:35.494" v="17670" actId="20577"/>
          <ac:spMkLst>
            <pc:docMk/>
            <pc:sldMk cId="2122092029" sldId="268"/>
            <ac:spMk id="28" creationId="{023293A3-7E5D-C613-A7DC-5EA8AECCB28B}"/>
          </ac:spMkLst>
        </pc:spChg>
        <pc:spChg chg="add mod topLvl">
          <ac:chgData name="종민 이" userId="572b16d98f19c0c1" providerId="LiveId" clId="{52BA1A3E-CD60-584E-9611-1F4F24E1A9E7}" dt="2024-12-12T12:38:13.747" v="17656" actId="165"/>
          <ac:spMkLst>
            <pc:docMk/>
            <pc:sldMk cId="2122092029" sldId="268"/>
            <ac:spMk id="31" creationId="{8EEB912A-6B58-2D5B-4BC6-8D58DB3D15B4}"/>
          </ac:spMkLst>
        </pc:spChg>
        <pc:spChg chg="add mod topLvl">
          <ac:chgData name="종민 이" userId="572b16d98f19c0c1" providerId="LiveId" clId="{52BA1A3E-CD60-584E-9611-1F4F24E1A9E7}" dt="2024-12-12T12:38:13.747" v="17656" actId="165"/>
          <ac:spMkLst>
            <pc:docMk/>
            <pc:sldMk cId="2122092029" sldId="268"/>
            <ac:spMk id="33" creationId="{2341C74F-C0D4-F77C-3481-C7C64299457F}"/>
          </ac:spMkLst>
        </pc:spChg>
        <pc:spChg chg="mod">
          <ac:chgData name="종민 이" userId="572b16d98f19c0c1" providerId="LiveId" clId="{52BA1A3E-CD60-584E-9611-1F4F24E1A9E7}" dt="2024-11-22T19:57:49.194" v="14254"/>
          <ac:spMkLst>
            <pc:docMk/>
            <pc:sldMk cId="2122092029" sldId="268"/>
            <ac:spMk id="69" creationId="{CFD4F210-C741-C409-DAE3-CCF80797B1D8}"/>
          </ac:spMkLst>
        </pc:spChg>
        <pc:grpChg chg="add">
          <ac:chgData name="종민 이" userId="572b16d98f19c0c1" providerId="LiveId" clId="{52BA1A3E-CD60-584E-9611-1F4F24E1A9E7}" dt="2024-12-12T12:38:31.861" v="17658" actId="164"/>
          <ac:grpSpMkLst>
            <pc:docMk/>
            <pc:sldMk cId="2122092029" sldId="268"/>
            <ac:grpSpMk id="7" creationId="{B887631B-8338-CA38-7ECC-ACED0BD84013}"/>
          </ac:grpSpMkLst>
        </pc:grpChg>
        <pc:grpChg chg="add">
          <ac:chgData name="종민 이" userId="572b16d98f19c0c1" providerId="LiveId" clId="{52BA1A3E-CD60-584E-9611-1F4F24E1A9E7}" dt="2024-12-12T12:38:39.300" v="17659" actId="164"/>
          <ac:grpSpMkLst>
            <pc:docMk/>
            <pc:sldMk cId="2122092029" sldId="268"/>
            <ac:grpSpMk id="8" creationId="{8D150A80-F4F5-F567-1C2D-4B2A5E597708}"/>
          </ac:grpSpMkLst>
        </pc:grpChg>
        <pc:grpChg chg="add mod">
          <ac:chgData name="종민 이" userId="572b16d98f19c0c1" providerId="LiveId" clId="{52BA1A3E-CD60-584E-9611-1F4F24E1A9E7}" dt="2024-11-22T19:57:49.194" v="14254"/>
          <ac:grpSpMkLst>
            <pc:docMk/>
            <pc:sldMk cId="2122092029" sldId="268"/>
            <ac:grpSpMk id="68" creationId="{82018572-5CF3-072C-6E33-3D5683CFCF79}"/>
          </ac:grpSpMkLst>
        </pc:grpChg>
        <pc:picChg chg="add mod topLvl">
          <ac:chgData name="종민 이" userId="572b16d98f19c0c1" providerId="LiveId" clId="{52BA1A3E-CD60-584E-9611-1F4F24E1A9E7}" dt="2024-12-12T12:38:18.646" v="17657" actId="165"/>
          <ac:picMkLst>
            <pc:docMk/>
            <pc:sldMk cId="2122092029" sldId="268"/>
            <ac:picMk id="2" creationId="{AF2A0778-96A5-BFE8-724E-4D22BADCD1B0}"/>
          </ac:picMkLst>
        </pc:picChg>
        <pc:cxnChg chg="add mod topLvl">
          <ac:chgData name="종민 이" userId="572b16d98f19c0c1" providerId="LiveId" clId="{52BA1A3E-CD60-584E-9611-1F4F24E1A9E7}" dt="2024-12-12T12:38:18.646" v="17657" actId="165"/>
          <ac:cxnSpMkLst>
            <pc:docMk/>
            <pc:sldMk cId="2122092029" sldId="268"/>
            <ac:cxnSpMk id="4" creationId="{F347F1E5-F60C-2E34-2B82-91A23A4C6798}"/>
          </ac:cxnSpMkLst>
        </pc:cxnChg>
        <pc:cxnChg chg="add mod topLvl">
          <ac:chgData name="종민 이" userId="572b16d98f19c0c1" providerId="LiveId" clId="{52BA1A3E-CD60-584E-9611-1F4F24E1A9E7}" dt="2024-12-12T12:38:18.646" v="17657" actId="165"/>
          <ac:cxnSpMkLst>
            <pc:docMk/>
            <pc:sldMk cId="2122092029" sldId="268"/>
            <ac:cxnSpMk id="5" creationId="{63932572-D64F-EEB9-853A-FBE6EEB5EDE3}"/>
          </ac:cxnSpMkLst>
        </pc:cxnChg>
        <pc:cxnChg chg="add del mod">
          <ac:chgData name="종민 이" userId="572b16d98f19c0c1" providerId="LiveId" clId="{52BA1A3E-CD60-584E-9611-1F4F24E1A9E7}" dt="2024-11-22T19:45:39.368" v="13410" actId="478"/>
          <ac:cxnSpMkLst>
            <pc:docMk/>
            <pc:sldMk cId="2122092029" sldId="268"/>
            <ac:cxnSpMk id="38" creationId="{83365BEB-A2EC-4C87-F33A-CD04A1A4F90B}"/>
          </ac:cxnSpMkLst>
        </pc:cxnChg>
        <pc:cxnChg chg="add del mod">
          <ac:chgData name="종민 이" userId="572b16d98f19c0c1" providerId="LiveId" clId="{52BA1A3E-CD60-584E-9611-1F4F24E1A9E7}" dt="2024-11-22T19:45:39.368" v="13410" actId="478"/>
          <ac:cxnSpMkLst>
            <pc:docMk/>
            <pc:sldMk cId="2122092029" sldId="268"/>
            <ac:cxnSpMk id="40" creationId="{C2623288-4670-022C-EB85-938D4C89035B}"/>
          </ac:cxnSpMkLst>
        </pc:cxnChg>
        <pc:cxnChg chg="add del mod">
          <ac:chgData name="종민 이" userId="572b16d98f19c0c1" providerId="LiveId" clId="{52BA1A3E-CD60-584E-9611-1F4F24E1A9E7}" dt="2024-11-22T19:45:39.368" v="13410" actId="478"/>
          <ac:cxnSpMkLst>
            <pc:docMk/>
            <pc:sldMk cId="2122092029" sldId="268"/>
            <ac:cxnSpMk id="48" creationId="{A11784EC-AA78-35BF-D0A9-427601A4ADBC}"/>
          </ac:cxnSpMkLst>
        </pc:cxnChg>
        <pc:cxnChg chg="add del mod">
          <ac:chgData name="종민 이" userId="572b16d98f19c0c1" providerId="LiveId" clId="{52BA1A3E-CD60-584E-9611-1F4F24E1A9E7}" dt="2024-11-22T19:45:39.368" v="13410" actId="478"/>
          <ac:cxnSpMkLst>
            <pc:docMk/>
            <pc:sldMk cId="2122092029" sldId="268"/>
            <ac:cxnSpMk id="52" creationId="{77558ED9-84F3-D42C-5411-027A85A09FFF}"/>
          </ac:cxnSpMkLst>
        </pc:cxnChg>
        <pc:cxnChg chg="add del mod">
          <ac:chgData name="종민 이" userId="572b16d98f19c0c1" providerId="LiveId" clId="{52BA1A3E-CD60-584E-9611-1F4F24E1A9E7}" dt="2024-11-22T19:45:39.368" v="13410" actId="478"/>
          <ac:cxnSpMkLst>
            <pc:docMk/>
            <pc:sldMk cId="2122092029" sldId="268"/>
            <ac:cxnSpMk id="55" creationId="{C51A1F60-D725-860C-004D-C86DAC044EFA}"/>
          </ac:cxnSpMkLst>
        </pc:cxnChg>
        <pc:cxnChg chg="add mod">
          <ac:chgData name="종민 이" userId="572b16d98f19c0c1" providerId="LiveId" clId="{52BA1A3E-CD60-584E-9611-1F4F24E1A9E7}" dt="2024-11-22T19:46:12.327" v="13418" actId="14100"/>
          <ac:cxnSpMkLst>
            <pc:docMk/>
            <pc:sldMk cId="2122092029" sldId="268"/>
            <ac:cxnSpMk id="58" creationId="{28535378-FFE2-24C1-2D91-6E412F1F6894}"/>
          </ac:cxnSpMkLst>
        </pc:cxnChg>
        <pc:cxnChg chg="add mod">
          <ac:chgData name="종민 이" userId="572b16d98f19c0c1" providerId="LiveId" clId="{52BA1A3E-CD60-584E-9611-1F4F24E1A9E7}" dt="2024-11-22T19:46:10.047" v="13417" actId="14100"/>
          <ac:cxnSpMkLst>
            <pc:docMk/>
            <pc:sldMk cId="2122092029" sldId="268"/>
            <ac:cxnSpMk id="59" creationId="{5C9C97A2-A37D-B552-003C-74630AE1A769}"/>
          </ac:cxnSpMkLst>
        </pc:cxnChg>
        <pc:cxnChg chg="add mod">
          <ac:chgData name="종민 이" userId="572b16d98f19c0c1" providerId="LiveId" clId="{52BA1A3E-CD60-584E-9611-1F4F24E1A9E7}" dt="2024-11-22T19:46:08.090" v="13416" actId="14100"/>
          <ac:cxnSpMkLst>
            <pc:docMk/>
            <pc:sldMk cId="2122092029" sldId="268"/>
            <ac:cxnSpMk id="60" creationId="{F313848E-89C4-D2FD-44AA-51A173E5C86C}"/>
          </ac:cxnSpMkLst>
        </pc:cxnChg>
        <pc:cxnChg chg="add mod">
          <ac:chgData name="종민 이" userId="572b16d98f19c0c1" providerId="LiveId" clId="{52BA1A3E-CD60-584E-9611-1F4F24E1A9E7}" dt="2024-11-22T19:46:06.456" v="13415" actId="14100"/>
          <ac:cxnSpMkLst>
            <pc:docMk/>
            <pc:sldMk cId="2122092029" sldId="268"/>
            <ac:cxnSpMk id="61" creationId="{42A149F7-1944-621C-ADDF-9885AADE5D30}"/>
          </ac:cxnSpMkLst>
        </pc:cxnChg>
        <pc:cxnChg chg="add mod">
          <ac:chgData name="종민 이" userId="572b16d98f19c0c1" providerId="LiveId" clId="{52BA1A3E-CD60-584E-9611-1F4F24E1A9E7}" dt="2024-11-22T19:46:02.262" v="13414" actId="14100"/>
          <ac:cxnSpMkLst>
            <pc:docMk/>
            <pc:sldMk cId="2122092029" sldId="268"/>
            <ac:cxnSpMk id="62" creationId="{77568CEE-A38E-2809-3769-552B448146B8}"/>
          </ac:cxnSpMkLst>
        </pc:cxnChg>
        <pc:cxnChg chg="mod">
          <ac:chgData name="종민 이" userId="572b16d98f19c0c1" providerId="LiveId" clId="{52BA1A3E-CD60-584E-9611-1F4F24E1A9E7}" dt="2024-11-22T19:57:49.194" v="14254"/>
          <ac:cxnSpMkLst>
            <pc:docMk/>
            <pc:sldMk cId="2122092029" sldId="268"/>
            <ac:cxnSpMk id="70" creationId="{4E267E3C-3C03-C179-652C-C57357EC2650}"/>
          </ac:cxnSpMkLst>
        </pc:cxnChg>
      </pc:sldChg>
      <pc:sldChg chg="delSp add del mod">
        <pc:chgData name="종민 이" userId="572b16d98f19c0c1" providerId="LiveId" clId="{52BA1A3E-CD60-584E-9611-1F4F24E1A9E7}" dt="2024-11-22T06:02:33.667" v="8155" actId="2696"/>
        <pc:sldMkLst>
          <pc:docMk/>
          <pc:sldMk cId="1534037540" sldId="269"/>
        </pc:sldMkLst>
      </pc:sldChg>
      <pc:sldChg chg="addSp delSp modSp add del mod ord">
        <pc:chgData name="종민 이" userId="572b16d98f19c0c1" providerId="LiveId" clId="{52BA1A3E-CD60-584E-9611-1F4F24E1A9E7}" dt="2024-11-26T07:16:48.720" v="15513" actId="20577"/>
        <pc:sldMkLst>
          <pc:docMk/>
          <pc:sldMk cId="1227922900" sldId="270"/>
        </pc:sldMkLst>
        <pc:spChg chg="add mod">
          <ac:chgData name="종민 이" userId="572b16d98f19c0c1" providerId="LiveId" clId="{52BA1A3E-CD60-584E-9611-1F4F24E1A9E7}" dt="2024-11-22T19:18:27.161" v="12763" actId="255"/>
          <ac:spMkLst>
            <pc:docMk/>
            <pc:sldMk cId="1227922900" sldId="270"/>
            <ac:spMk id="2" creationId="{D956D0DE-1FFE-4202-D9BA-07BDF90ED571}"/>
          </ac:spMkLst>
        </pc:spChg>
        <pc:spChg chg="add mod">
          <ac:chgData name="종민 이" userId="572b16d98f19c0c1" providerId="LiveId" clId="{52BA1A3E-CD60-584E-9611-1F4F24E1A9E7}" dt="2024-11-26T07:16:48.720" v="15513" actId="20577"/>
          <ac:spMkLst>
            <pc:docMk/>
            <pc:sldMk cId="1227922900" sldId="270"/>
            <ac:spMk id="3" creationId="{D6CBF577-8CFF-051C-FFB0-76F9CEE6303A}"/>
          </ac:spMkLst>
        </pc:spChg>
        <pc:spChg chg="mod topLvl">
          <ac:chgData name="종민 이" userId="572b16d98f19c0c1" providerId="LiveId" clId="{52BA1A3E-CD60-584E-9611-1F4F24E1A9E7}" dt="2024-11-22T08:41:32.402" v="11493" actId="113"/>
          <ac:spMkLst>
            <pc:docMk/>
            <pc:sldMk cId="1227922900" sldId="270"/>
            <ac:spMk id="6" creationId="{7DA12396-DFB5-7F47-4850-C765EBAD0C68}"/>
          </ac:spMkLst>
        </pc:spChg>
        <pc:spChg chg="mod">
          <ac:chgData name="종민 이" userId="572b16d98f19c0c1" providerId="LiveId" clId="{52BA1A3E-CD60-584E-9611-1F4F24E1A9E7}" dt="2024-11-22T20:01:03.165" v="14364"/>
          <ac:spMkLst>
            <pc:docMk/>
            <pc:sldMk cId="1227922900" sldId="270"/>
            <ac:spMk id="9" creationId="{291C9F09-A0AB-6448-7C64-03BE45F13080}"/>
          </ac:spMkLst>
        </pc:spChg>
        <pc:spChg chg="mod">
          <ac:chgData name="종민 이" userId="572b16d98f19c0c1" providerId="LiveId" clId="{52BA1A3E-CD60-584E-9611-1F4F24E1A9E7}" dt="2024-11-22T19:55:15.488" v="14225" actId="20577"/>
          <ac:spMkLst>
            <pc:docMk/>
            <pc:sldMk cId="1227922900" sldId="270"/>
            <ac:spMk id="11" creationId="{F968B9AA-AA6A-913B-BB6D-495697824D59}"/>
          </ac:spMkLst>
        </pc:spChg>
        <pc:spChg chg="mod">
          <ac:chgData name="종민 이" userId="572b16d98f19c0c1" providerId="LiveId" clId="{52BA1A3E-CD60-584E-9611-1F4F24E1A9E7}" dt="2024-11-22T19:18:29.802" v="12764" actId="255"/>
          <ac:spMkLst>
            <pc:docMk/>
            <pc:sldMk cId="1227922900" sldId="270"/>
            <ac:spMk id="12" creationId="{43DD6875-0C72-859E-D854-DA7D1E5709BE}"/>
          </ac:spMkLst>
        </pc:spChg>
        <pc:grpChg chg="add mod">
          <ac:chgData name="종민 이" userId="572b16d98f19c0c1" providerId="LiveId" clId="{52BA1A3E-CD60-584E-9611-1F4F24E1A9E7}" dt="2024-11-22T20:01:03.165" v="14364"/>
          <ac:grpSpMkLst>
            <pc:docMk/>
            <pc:sldMk cId="1227922900" sldId="270"/>
            <ac:grpSpMk id="8" creationId="{DE110271-3C4D-48F7-0EAB-B0D14D09BE36}"/>
          </ac:grpSpMkLst>
        </pc:grpChg>
        <pc:grpChg chg="add mod">
          <ac:chgData name="종민 이" userId="572b16d98f19c0c1" providerId="LiveId" clId="{52BA1A3E-CD60-584E-9611-1F4F24E1A9E7}" dt="2024-11-22T08:02:28.828" v="10236" actId="1076"/>
          <ac:grpSpMkLst>
            <pc:docMk/>
            <pc:sldMk cId="1227922900" sldId="270"/>
            <ac:grpSpMk id="32" creationId="{F3162CDD-0008-A3ED-2AD7-75382C8AA92C}"/>
          </ac:grpSpMkLst>
        </pc:grpChg>
        <pc:grpChg chg="add mod">
          <ac:chgData name="종민 이" userId="572b16d98f19c0c1" providerId="LiveId" clId="{52BA1A3E-CD60-584E-9611-1F4F24E1A9E7}" dt="2024-11-22T08:02:15.732" v="10235" actId="1076"/>
          <ac:grpSpMkLst>
            <pc:docMk/>
            <pc:sldMk cId="1227922900" sldId="270"/>
            <ac:grpSpMk id="33" creationId="{DE186196-1969-5A6D-F553-E3A63E6F3A57}"/>
          </ac:grpSpMkLst>
        </pc:grpChg>
        <pc:grpChg chg="add">
          <ac:chgData name="종민 이" userId="572b16d98f19c0c1" providerId="LiveId" clId="{52BA1A3E-CD60-584E-9611-1F4F24E1A9E7}" dt="2024-11-22T05:56:07.670" v="8137" actId="164"/>
          <ac:grpSpMkLst>
            <pc:docMk/>
            <pc:sldMk cId="1227922900" sldId="270"/>
            <ac:grpSpMk id="34" creationId="{905C36D3-AFFC-5AD0-57F8-A4BB8BD210B6}"/>
          </ac:grpSpMkLst>
        </pc:grpChg>
        <pc:cxnChg chg="mod topLvl">
          <ac:chgData name="종민 이" userId="572b16d98f19c0c1" providerId="LiveId" clId="{52BA1A3E-CD60-584E-9611-1F4F24E1A9E7}" dt="2024-11-22T05:53:31.608" v="8113" actId="14100"/>
          <ac:cxnSpMkLst>
            <pc:docMk/>
            <pc:sldMk cId="1227922900" sldId="270"/>
            <ac:cxnSpMk id="7" creationId="{C0D0F227-B5EE-9FDE-A8F8-3B87A92127B8}"/>
          </ac:cxnSpMkLst>
        </pc:cxnChg>
        <pc:cxnChg chg="mod">
          <ac:chgData name="종민 이" userId="572b16d98f19c0c1" providerId="LiveId" clId="{52BA1A3E-CD60-584E-9611-1F4F24E1A9E7}" dt="2024-11-22T20:01:03.165" v="14364"/>
          <ac:cxnSpMkLst>
            <pc:docMk/>
            <pc:sldMk cId="1227922900" sldId="270"/>
            <ac:cxnSpMk id="10" creationId="{78AEDAD8-8318-7577-8952-4C40D91EB3F6}"/>
          </ac:cxnSpMkLst>
        </pc:cxnChg>
        <pc:cxnChg chg="add mod">
          <ac:chgData name="종민 이" userId="572b16d98f19c0c1" providerId="LiveId" clId="{52BA1A3E-CD60-584E-9611-1F4F24E1A9E7}" dt="2024-11-22T05:53:42.625" v="8117" actId="14100"/>
          <ac:cxnSpMkLst>
            <pc:docMk/>
            <pc:sldMk cId="1227922900" sldId="270"/>
            <ac:cxnSpMk id="26" creationId="{793F48AE-31F9-3D0D-8249-9703F9F7EF08}"/>
          </ac:cxnSpMkLst>
        </pc:cxnChg>
        <pc:cxnChg chg="add mod">
          <ac:chgData name="종민 이" userId="572b16d98f19c0c1" providerId="LiveId" clId="{52BA1A3E-CD60-584E-9611-1F4F24E1A9E7}" dt="2024-11-22T08:01:06.687" v="10225" actId="1076"/>
          <ac:cxnSpMkLst>
            <pc:docMk/>
            <pc:sldMk cId="1227922900" sldId="270"/>
            <ac:cxnSpMk id="31" creationId="{7D060672-3E98-B405-6E51-1C30EFABF142}"/>
          </ac:cxnSpMkLst>
        </pc:cxnChg>
      </pc:sldChg>
      <pc:sldChg chg="addSp delSp modSp add mod">
        <pc:chgData name="종민 이" userId="572b16d98f19c0c1" providerId="LiveId" clId="{52BA1A3E-CD60-584E-9611-1F4F24E1A9E7}" dt="2024-11-26T07:16:33.719" v="15507" actId="20577"/>
        <pc:sldMkLst>
          <pc:docMk/>
          <pc:sldMk cId="2747128456" sldId="271"/>
        </pc:sldMkLst>
        <pc:spChg chg="add mod">
          <ac:chgData name="종민 이" userId="572b16d98f19c0c1" providerId="LiveId" clId="{52BA1A3E-CD60-584E-9611-1F4F24E1A9E7}" dt="2024-11-26T07:16:33.719" v="15507" actId="20577"/>
          <ac:spMkLst>
            <pc:docMk/>
            <pc:sldMk cId="2747128456" sldId="271"/>
            <ac:spMk id="3" creationId="{C61A4212-FACC-A0B3-970B-1B3A7EBA6059}"/>
          </ac:spMkLst>
        </pc:spChg>
        <pc:spChg chg="mod">
          <ac:chgData name="종민 이" userId="572b16d98f19c0c1" providerId="LiveId" clId="{52BA1A3E-CD60-584E-9611-1F4F24E1A9E7}" dt="2024-11-22T19:58:31.860" v="14259"/>
          <ac:spMkLst>
            <pc:docMk/>
            <pc:sldMk cId="2747128456" sldId="271"/>
            <ac:spMk id="4" creationId="{05DEEBBD-59B8-AB17-8DA2-FFDE31EF2FB3}"/>
          </ac:spMkLst>
        </pc:spChg>
        <pc:spChg chg="add mod">
          <ac:chgData name="종민 이" userId="572b16d98f19c0c1" providerId="LiveId" clId="{52BA1A3E-CD60-584E-9611-1F4F24E1A9E7}" dt="2024-11-22T07:57:25.169" v="10120" actId="1076"/>
          <ac:spMkLst>
            <pc:docMk/>
            <pc:sldMk cId="2747128456" sldId="271"/>
            <ac:spMk id="8" creationId="{2BBA8055-5FB6-4CE0-749F-DE1783D3FA3E}"/>
          </ac:spMkLst>
        </pc:spChg>
        <pc:spChg chg="add mod">
          <ac:chgData name="종민 이" userId="572b16d98f19c0c1" providerId="LiveId" clId="{52BA1A3E-CD60-584E-9611-1F4F24E1A9E7}" dt="2024-11-22T19:47:58.059" v="13451" actId="20577"/>
          <ac:spMkLst>
            <pc:docMk/>
            <pc:sldMk cId="2747128456" sldId="271"/>
            <ac:spMk id="10" creationId="{6FB7177A-81C2-821E-7A0F-D22683A683DB}"/>
          </ac:spMkLst>
        </pc:spChg>
        <pc:spChg chg="add mod">
          <ac:chgData name="종민 이" userId="572b16d98f19c0c1" providerId="LiveId" clId="{52BA1A3E-CD60-584E-9611-1F4F24E1A9E7}" dt="2024-11-22T19:17:47.311" v="12758" actId="255"/>
          <ac:spMkLst>
            <pc:docMk/>
            <pc:sldMk cId="2747128456" sldId="271"/>
            <ac:spMk id="12" creationId="{2F5A76CA-9817-BFBA-51B1-E93A65BD86AC}"/>
          </ac:spMkLst>
        </pc:spChg>
        <pc:spChg chg="add mod">
          <ac:chgData name="종민 이" userId="572b16d98f19c0c1" providerId="LiveId" clId="{52BA1A3E-CD60-584E-9611-1F4F24E1A9E7}" dt="2024-11-22T07:48:37.527" v="9904" actId="404"/>
          <ac:spMkLst>
            <pc:docMk/>
            <pc:sldMk cId="2747128456" sldId="271"/>
            <ac:spMk id="14" creationId="{BDE5775D-EAFC-1A95-98B5-F4461E8E2AA6}"/>
          </ac:spMkLst>
        </pc:spChg>
        <pc:spChg chg="mod topLvl">
          <ac:chgData name="종민 이" userId="572b16d98f19c0c1" providerId="LiveId" clId="{52BA1A3E-CD60-584E-9611-1F4F24E1A9E7}" dt="2024-11-22T06:54:41.083" v="9476" actId="1076"/>
          <ac:spMkLst>
            <pc:docMk/>
            <pc:sldMk cId="2747128456" sldId="271"/>
            <ac:spMk id="48" creationId="{1EDBCFD4-3B21-94B7-DF73-F0B9D87FBF0F}"/>
          </ac:spMkLst>
        </pc:spChg>
        <pc:grpChg chg="add mod">
          <ac:chgData name="종민 이" userId="572b16d98f19c0c1" providerId="LiveId" clId="{52BA1A3E-CD60-584E-9611-1F4F24E1A9E7}" dt="2024-11-22T19:58:31.860" v="14259"/>
          <ac:grpSpMkLst>
            <pc:docMk/>
            <pc:sldMk cId="2747128456" sldId="271"/>
            <ac:grpSpMk id="2" creationId="{E3C78158-C45A-11D6-F1A2-B0F75D417D7B}"/>
          </ac:grpSpMkLst>
        </pc:grpChg>
        <pc:grpChg chg="add topLvl">
          <ac:chgData name="종민 이" userId="572b16d98f19c0c1" providerId="LiveId" clId="{52BA1A3E-CD60-584E-9611-1F4F24E1A9E7}" dt="2024-11-22T06:34:22.344" v="9238" actId="164"/>
          <ac:grpSpMkLst>
            <pc:docMk/>
            <pc:sldMk cId="2747128456" sldId="271"/>
            <ac:grpSpMk id="17" creationId="{4A5ACBC5-7A84-C040-ADFE-6F97C414F9D3}"/>
          </ac:grpSpMkLst>
        </pc:grpChg>
        <pc:grpChg chg="add del mod">
          <ac:chgData name="종민 이" userId="572b16d98f19c0c1" providerId="LiveId" clId="{52BA1A3E-CD60-584E-9611-1F4F24E1A9E7}" dt="2024-11-22T06:54:47.893" v="9477" actId="1076"/>
          <ac:grpSpMkLst>
            <pc:docMk/>
            <pc:sldMk cId="2747128456" sldId="271"/>
            <ac:grpSpMk id="18" creationId="{29915F88-B253-C2F6-C135-480F4F24C9EF}"/>
          </ac:grpSpMkLst>
        </pc:grpChg>
        <pc:grpChg chg="add mod">
          <ac:chgData name="종민 이" userId="572b16d98f19c0c1" providerId="LiveId" clId="{52BA1A3E-CD60-584E-9611-1F4F24E1A9E7}" dt="2024-11-22T07:48:09.069" v="9864" actId="1076"/>
          <ac:grpSpMkLst>
            <pc:docMk/>
            <pc:sldMk cId="2747128456" sldId="271"/>
            <ac:grpSpMk id="19" creationId="{E67FC0E5-0A5E-016C-E365-6CB7B95587E3}"/>
          </ac:grpSpMkLst>
        </pc:grpChg>
        <pc:grpChg chg="add mod">
          <ac:chgData name="종민 이" userId="572b16d98f19c0c1" providerId="LiveId" clId="{52BA1A3E-CD60-584E-9611-1F4F24E1A9E7}" dt="2024-11-22T07:47:57.266" v="9863" actId="1076"/>
          <ac:grpSpMkLst>
            <pc:docMk/>
            <pc:sldMk cId="2747128456" sldId="271"/>
            <ac:grpSpMk id="20" creationId="{6B705052-7438-10B9-6771-A21B5844254D}"/>
          </ac:grpSpMkLst>
        </pc:grpChg>
        <pc:grpChg chg="add mod">
          <ac:chgData name="종민 이" userId="572b16d98f19c0c1" providerId="LiveId" clId="{52BA1A3E-CD60-584E-9611-1F4F24E1A9E7}" dt="2024-11-22T06:36:29.219" v="9252" actId="1076"/>
          <ac:grpSpMkLst>
            <pc:docMk/>
            <pc:sldMk cId="2747128456" sldId="271"/>
            <ac:grpSpMk id="21" creationId="{8BF8F060-B65D-4184-FE66-2D77D241CF95}"/>
          </ac:grpSpMkLst>
        </pc:grpChg>
        <pc:picChg chg="add mod">
          <ac:chgData name="종민 이" userId="572b16d98f19c0c1" providerId="LiveId" clId="{52BA1A3E-CD60-584E-9611-1F4F24E1A9E7}" dt="2024-11-22T06:32:59.547" v="9228" actId="208"/>
          <ac:picMkLst>
            <pc:docMk/>
            <pc:sldMk cId="2747128456" sldId="271"/>
            <ac:picMk id="16" creationId="{177D30A3-AA31-EF0C-5119-E31FC3BD241F}"/>
          </ac:picMkLst>
        </pc:picChg>
        <pc:picChg chg="mod topLvl">
          <ac:chgData name="종민 이" userId="572b16d98f19c0c1" providerId="LiveId" clId="{52BA1A3E-CD60-584E-9611-1F4F24E1A9E7}" dt="2024-11-22T06:54:36.217" v="9475" actId="1076"/>
          <ac:picMkLst>
            <pc:docMk/>
            <pc:sldMk cId="2747128456" sldId="271"/>
            <ac:picMk id="40" creationId="{5AB684DB-3EB9-8E81-3946-F81E92C1F706}"/>
          </ac:picMkLst>
        </pc:picChg>
        <pc:cxnChg chg="mod">
          <ac:chgData name="종민 이" userId="572b16d98f19c0c1" providerId="LiveId" clId="{52BA1A3E-CD60-584E-9611-1F4F24E1A9E7}" dt="2024-11-22T19:58:31.860" v="14259"/>
          <ac:cxnSpMkLst>
            <pc:docMk/>
            <pc:sldMk cId="2747128456" sldId="271"/>
            <ac:cxnSpMk id="5" creationId="{CEBE4BA2-B2E6-7B8B-6971-462432268333}"/>
          </ac:cxnSpMkLst>
        </pc:cxnChg>
        <pc:cxnChg chg="add mod">
          <ac:chgData name="종민 이" userId="572b16d98f19c0c1" providerId="LiveId" clId="{52BA1A3E-CD60-584E-9611-1F4F24E1A9E7}" dt="2024-11-22T06:31:47.330" v="9212" actId="1076"/>
          <ac:cxnSpMkLst>
            <pc:docMk/>
            <pc:sldMk cId="2747128456" sldId="271"/>
            <ac:cxnSpMk id="9" creationId="{D865E19E-247D-5179-23C1-4FC96DC01FD9}"/>
          </ac:cxnSpMkLst>
        </pc:cxnChg>
        <pc:cxnChg chg="add mod">
          <ac:chgData name="종민 이" userId="572b16d98f19c0c1" providerId="LiveId" clId="{52BA1A3E-CD60-584E-9611-1F4F24E1A9E7}" dt="2024-11-22T06:31:47.330" v="9212" actId="1076"/>
          <ac:cxnSpMkLst>
            <pc:docMk/>
            <pc:sldMk cId="2747128456" sldId="271"/>
            <ac:cxnSpMk id="11" creationId="{5E1A6EAA-EBAA-FB84-A910-63E43818CF64}"/>
          </ac:cxnSpMkLst>
        </pc:cxnChg>
        <pc:cxnChg chg="add mod">
          <ac:chgData name="종민 이" userId="572b16d98f19c0c1" providerId="LiveId" clId="{52BA1A3E-CD60-584E-9611-1F4F24E1A9E7}" dt="2024-11-22T06:31:47.330" v="9212" actId="1076"/>
          <ac:cxnSpMkLst>
            <pc:docMk/>
            <pc:sldMk cId="2747128456" sldId="271"/>
            <ac:cxnSpMk id="13" creationId="{36954FC7-385D-5F5A-8F0C-414977C8A1B8}"/>
          </ac:cxnSpMkLst>
        </pc:cxnChg>
      </pc:sldChg>
      <pc:sldChg chg="addSp delSp modSp add mod">
        <pc:chgData name="종민 이" userId="572b16d98f19c0c1" providerId="LiveId" clId="{52BA1A3E-CD60-584E-9611-1F4F24E1A9E7}" dt="2024-11-26T07:16:39.205" v="15510" actId="20577"/>
        <pc:sldMkLst>
          <pc:docMk/>
          <pc:sldMk cId="3285061890" sldId="272"/>
        </pc:sldMkLst>
        <pc:spChg chg="add mod">
          <ac:chgData name="종민 이" userId="572b16d98f19c0c1" providerId="LiveId" clId="{52BA1A3E-CD60-584E-9611-1F4F24E1A9E7}" dt="2024-11-26T07:16:39.205" v="15510" actId="20577"/>
          <ac:spMkLst>
            <pc:docMk/>
            <pc:sldMk cId="3285061890" sldId="272"/>
            <ac:spMk id="3" creationId="{E4602177-C137-D842-03D2-0CC0844283B7}"/>
          </ac:spMkLst>
        </pc:spChg>
        <pc:spChg chg="add mod">
          <ac:chgData name="종민 이" userId="572b16d98f19c0c1" providerId="LiveId" clId="{52BA1A3E-CD60-584E-9611-1F4F24E1A9E7}" dt="2024-11-22T19:49:16.398" v="13465" actId="20578"/>
          <ac:spMkLst>
            <pc:docMk/>
            <pc:sldMk cId="3285061890" sldId="272"/>
            <ac:spMk id="5" creationId="{63F8C182-BD2F-9E34-7C76-C55270C60F29}"/>
          </ac:spMkLst>
        </pc:spChg>
        <pc:spChg chg="add mod topLvl">
          <ac:chgData name="종민 이" userId="572b16d98f19c0c1" providerId="LiveId" clId="{52BA1A3E-CD60-584E-9611-1F4F24E1A9E7}" dt="2024-11-22T08:33:09.222" v="10984" actId="1076"/>
          <ac:spMkLst>
            <pc:docMk/>
            <pc:sldMk cId="3285061890" sldId="272"/>
            <ac:spMk id="8" creationId="{066BC4EC-1244-4CE8-42E2-CAFB8C174164}"/>
          </ac:spMkLst>
        </pc:spChg>
        <pc:spChg chg="mod">
          <ac:chgData name="종민 이" userId="572b16d98f19c0c1" providerId="LiveId" clId="{52BA1A3E-CD60-584E-9611-1F4F24E1A9E7}" dt="2024-11-22T19:58:39.012" v="14261"/>
          <ac:spMkLst>
            <pc:docMk/>
            <pc:sldMk cId="3285061890" sldId="272"/>
            <ac:spMk id="10" creationId="{527B1D0E-8E88-9111-4253-2B386A65E93A}"/>
          </ac:spMkLst>
        </pc:spChg>
        <pc:spChg chg="add mod">
          <ac:chgData name="종민 이" userId="572b16d98f19c0c1" providerId="LiveId" clId="{52BA1A3E-CD60-584E-9611-1F4F24E1A9E7}" dt="2024-11-22T19:49:16.398" v="13465" actId="20578"/>
          <ac:spMkLst>
            <pc:docMk/>
            <pc:sldMk cId="3285061890" sldId="272"/>
            <ac:spMk id="24" creationId="{ED71DD21-6988-D163-EC44-1C05DB07D789}"/>
          </ac:spMkLst>
        </pc:spChg>
        <pc:grpChg chg="add mod">
          <ac:chgData name="종민 이" userId="572b16d98f19c0c1" providerId="LiveId" clId="{52BA1A3E-CD60-584E-9611-1F4F24E1A9E7}" dt="2024-11-22T08:33:09.222" v="10984" actId="1076"/>
          <ac:grpSpMkLst>
            <pc:docMk/>
            <pc:sldMk cId="3285061890" sldId="272"/>
            <ac:grpSpMk id="2" creationId="{1816953D-DC56-621A-8106-339058D27728}"/>
          </ac:grpSpMkLst>
        </pc:grpChg>
        <pc:grpChg chg="add mod">
          <ac:chgData name="종민 이" userId="572b16d98f19c0c1" providerId="LiveId" clId="{52BA1A3E-CD60-584E-9611-1F4F24E1A9E7}" dt="2024-11-22T08:33:09.222" v="10984" actId="1076"/>
          <ac:grpSpMkLst>
            <pc:docMk/>
            <pc:sldMk cId="3285061890" sldId="272"/>
            <ac:grpSpMk id="4" creationId="{045F0C7A-B339-92E2-F83E-87BD3AB3C00F}"/>
          </ac:grpSpMkLst>
        </pc:grpChg>
        <pc:grpChg chg="add mod">
          <ac:chgData name="종민 이" userId="572b16d98f19c0c1" providerId="LiveId" clId="{52BA1A3E-CD60-584E-9611-1F4F24E1A9E7}" dt="2024-11-22T19:58:39.012" v="14261"/>
          <ac:grpSpMkLst>
            <pc:docMk/>
            <pc:sldMk cId="3285061890" sldId="272"/>
            <ac:grpSpMk id="9" creationId="{60C33574-AE0B-5346-C5C1-487F36331DEB}"/>
          </ac:grpSpMkLst>
        </pc:grpChg>
        <pc:grpChg chg="add mod">
          <ac:chgData name="종민 이" userId="572b16d98f19c0c1" providerId="LiveId" clId="{52BA1A3E-CD60-584E-9611-1F4F24E1A9E7}" dt="2024-11-22T19:49:16.398" v="13465" actId="20578"/>
          <ac:grpSpMkLst>
            <pc:docMk/>
            <pc:sldMk cId="3285061890" sldId="272"/>
            <ac:grpSpMk id="11" creationId="{ACE87A1C-948F-ECAE-F82C-6415E158177A}"/>
          </ac:grpSpMkLst>
        </pc:grpChg>
        <pc:picChg chg="add mod topLvl">
          <ac:chgData name="종민 이" userId="572b16d98f19c0c1" providerId="LiveId" clId="{52BA1A3E-CD60-584E-9611-1F4F24E1A9E7}" dt="2024-11-22T08:33:09.222" v="10984" actId="1076"/>
          <ac:picMkLst>
            <pc:docMk/>
            <pc:sldMk cId="3285061890" sldId="272"/>
            <ac:picMk id="11272" creationId="{724CAC2A-C31E-7914-ABA0-5D548B90D0A0}"/>
          </ac:picMkLst>
        </pc:picChg>
        <pc:picChg chg="add mod topLvl">
          <ac:chgData name="종민 이" userId="572b16d98f19c0c1" providerId="LiveId" clId="{52BA1A3E-CD60-584E-9611-1F4F24E1A9E7}" dt="2024-11-22T08:33:09.222" v="10984" actId="1076"/>
          <ac:picMkLst>
            <pc:docMk/>
            <pc:sldMk cId="3285061890" sldId="272"/>
            <ac:picMk id="11274" creationId="{40B3D19E-1B8E-A19C-940C-44DD26B53484}"/>
          </ac:picMkLst>
        </pc:picChg>
        <pc:cxnChg chg="mod">
          <ac:chgData name="종민 이" userId="572b16d98f19c0c1" providerId="LiveId" clId="{52BA1A3E-CD60-584E-9611-1F4F24E1A9E7}" dt="2024-11-22T19:58:39.012" v="14261"/>
          <ac:cxnSpMkLst>
            <pc:docMk/>
            <pc:sldMk cId="3285061890" sldId="272"/>
            <ac:cxnSpMk id="12" creationId="{5A7C3C7B-0988-C518-E2FC-037843772533}"/>
          </ac:cxnSpMkLst>
        </pc:cxnChg>
        <pc:cxnChg chg="add mod">
          <ac:chgData name="종민 이" userId="572b16d98f19c0c1" providerId="LiveId" clId="{52BA1A3E-CD60-584E-9611-1F4F24E1A9E7}" dt="2024-11-22T19:49:16.398" v="13465" actId="20578"/>
          <ac:cxnSpMkLst>
            <pc:docMk/>
            <pc:sldMk cId="3285061890" sldId="272"/>
            <ac:cxnSpMk id="20" creationId="{03F65F98-914D-770A-6654-995EBF787F14}"/>
          </ac:cxnSpMkLst>
        </pc:cxnChg>
      </pc:sldChg>
      <pc:sldChg chg="add del">
        <pc:chgData name="종민 이" userId="572b16d98f19c0c1" providerId="LiveId" clId="{52BA1A3E-CD60-584E-9611-1F4F24E1A9E7}" dt="2024-11-22T20:03:43.853" v="14661" actId="2696"/>
        <pc:sldMkLst>
          <pc:docMk/>
          <pc:sldMk cId="1897362538" sldId="273"/>
        </pc:sldMkLst>
      </pc:sldChg>
      <pc:sldChg chg="addSp delSp modSp add mod ord">
        <pc:chgData name="종민 이" userId="572b16d98f19c0c1" providerId="LiveId" clId="{52BA1A3E-CD60-584E-9611-1F4F24E1A9E7}" dt="2024-11-26T07:16:03.767" v="15501" actId="20577"/>
        <pc:sldMkLst>
          <pc:docMk/>
          <pc:sldMk cId="2081181257" sldId="274"/>
        </pc:sldMkLst>
        <pc:spChg chg="add mod">
          <ac:chgData name="종민 이" userId="572b16d98f19c0c1" providerId="LiveId" clId="{52BA1A3E-CD60-584E-9611-1F4F24E1A9E7}" dt="2024-11-26T07:16:03.767" v="15501" actId="20577"/>
          <ac:spMkLst>
            <pc:docMk/>
            <pc:sldMk cId="2081181257" sldId="274"/>
            <ac:spMk id="2" creationId="{207E6B2E-1EED-912D-BB23-C7D0965CB3DB}"/>
          </ac:spMkLst>
        </pc:spChg>
        <pc:spChg chg="add mod">
          <ac:chgData name="종민 이" userId="572b16d98f19c0c1" providerId="LiveId" clId="{52BA1A3E-CD60-584E-9611-1F4F24E1A9E7}" dt="2024-11-22T19:38:32.891" v="13033" actId="1076"/>
          <ac:spMkLst>
            <pc:docMk/>
            <pc:sldMk cId="2081181257" sldId="274"/>
            <ac:spMk id="18" creationId="{5535162F-6BCD-44D5-B24C-1E3B45EFF4DD}"/>
          </ac:spMkLst>
        </pc:spChg>
        <pc:spChg chg="mod">
          <ac:chgData name="종민 이" userId="572b16d98f19c0c1" providerId="LiveId" clId="{52BA1A3E-CD60-584E-9611-1F4F24E1A9E7}" dt="2024-11-22T19:57:43.909" v="14252"/>
          <ac:spMkLst>
            <pc:docMk/>
            <pc:sldMk cId="2081181257" sldId="274"/>
            <ac:spMk id="27" creationId="{8A80EAFF-C318-6C0A-170B-C08C42B45750}"/>
          </ac:spMkLst>
        </pc:spChg>
        <pc:grpChg chg="add mod">
          <ac:chgData name="종민 이" userId="572b16d98f19c0c1" providerId="LiveId" clId="{52BA1A3E-CD60-584E-9611-1F4F24E1A9E7}" dt="2024-11-22T19:38:32.891" v="13033" actId="1076"/>
          <ac:grpSpMkLst>
            <pc:docMk/>
            <pc:sldMk cId="2081181257" sldId="274"/>
            <ac:grpSpMk id="13" creationId="{2FE34425-40A6-41B8-5DD3-8A27FB268D0C}"/>
          </ac:grpSpMkLst>
        </pc:grpChg>
        <pc:grpChg chg="add mod">
          <ac:chgData name="종민 이" userId="572b16d98f19c0c1" providerId="LiveId" clId="{52BA1A3E-CD60-584E-9611-1F4F24E1A9E7}" dt="2024-11-22T19:38:32.891" v="13033" actId="1076"/>
          <ac:grpSpMkLst>
            <pc:docMk/>
            <pc:sldMk cId="2081181257" sldId="274"/>
            <ac:grpSpMk id="19" creationId="{F34B8E4C-B7B3-80AA-4570-DF67E3996B34}"/>
          </ac:grpSpMkLst>
        </pc:grpChg>
        <pc:grpChg chg="add mod">
          <ac:chgData name="종민 이" userId="572b16d98f19c0c1" providerId="LiveId" clId="{52BA1A3E-CD60-584E-9611-1F4F24E1A9E7}" dt="2024-11-22T19:38:32.891" v="13033" actId="1076"/>
          <ac:grpSpMkLst>
            <pc:docMk/>
            <pc:sldMk cId="2081181257" sldId="274"/>
            <ac:grpSpMk id="20" creationId="{76781143-BD25-CAE9-3AEB-939247B34F7E}"/>
          </ac:grpSpMkLst>
        </pc:grpChg>
        <pc:grpChg chg="add mod">
          <ac:chgData name="종민 이" userId="572b16d98f19c0c1" providerId="LiveId" clId="{52BA1A3E-CD60-584E-9611-1F4F24E1A9E7}" dt="2024-11-22T19:57:43.909" v="14252"/>
          <ac:grpSpMkLst>
            <pc:docMk/>
            <pc:sldMk cId="2081181257" sldId="274"/>
            <ac:grpSpMk id="26" creationId="{276C0900-6595-4DA9-8CFB-46A6D54346F5}"/>
          </ac:grpSpMkLst>
        </pc:grpChg>
        <pc:picChg chg="add mod">
          <ac:chgData name="종민 이" userId="572b16d98f19c0c1" providerId="LiveId" clId="{52BA1A3E-CD60-584E-9611-1F4F24E1A9E7}" dt="2024-11-22T19:38:32.891" v="13033" actId="1076"/>
          <ac:picMkLst>
            <pc:docMk/>
            <pc:sldMk cId="2081181257" sldId="274"/>
            <ac:picMk id="1026" creationId="{857357A2-3DF8-26C5-756B-CEC6D95278B9}"/>
          </ac:picMkLst>
        </pc:picChg>
        <pc:picChg chg="add mod">
          <ac:chgData name="종민 이" userId="572b16d98f19c0c1" providerId="LiveId" clId="{52BA1A3E-CD60-584E-9611-1F4F24E1A9E7}" dt="2024-11-22T19:38:32.891" v="13033" actId="1076"/>
          <ac:picMkLst>
            <pc:docMk/>
            <pc:sldMk cId="2081181257" sldId="274"/>
            <ac:picMk id="1028" creationId="{34929031-F38F-5F4E-77FA-4661BC9AB377}"/>
          </ac:picMkLst>
        </pc:picChg>
        <pc:picChg chg="add mod">
          <ac:chgData name="종민 이" userId="572b16d98f19c0c1" providerId="LiveId" clId="{52BA1A3E-CD60-584E-9611-1F4F24E1A9E7}" dt="2024-11-22T19:38:32.891" v="13033" actId="1076"/>
          <ac:picMkLst>
            <pc:docMk/>
            <pc:sldMk cId="2081181257" sldId="274"/>
            <ac:picMk id="1030" creationId="{7A375EFC-BECB-833D-BA87-1026C8F72F70}"/>
          </ac:picMkLst>
        </pc:picChg>
        <pc:picChg chg="add mod">
          <ac:chgData name="종민 이" userId="572b16d98f19c0c1" providerId="LiveId" clId="{52BA1A3E-CD60-584E-9611-1F4F24E1A9E7}" dt="2024-11-22T19:38:32.891" v="13033" actId="1076"/>
          <ac:picMkLst>
            <pc:docMk/>
            <pc:sldMk cId="2081181257" sldId="274"/>
            <ac:picMk id="1032" creationId="{47216F96-325E-1A40-4860-C397DB3AC2B1}"/>
          </ac:picMkLst>
        </pc:picChg>
        <pc:picChg chg="add mod">
          <ac:chgData name="종민 이" userId="572b16d98f19c0c1" providerId="LiveId" clId="{52BA1A3E-CD60-584E-9611-1F4F24E1A9E7}" dt="2024-11-22T19:38:32.891" v="13033" actId="1076"/>
          <ac:picMkLst>
            <pc:docMk/>
            <pc:sldMk cId="2081181257" sldId="274"/>
            <ac:picMk id="1036" creationId="{7ECEB587-1939-257F-6031-9F5DBD3DA482}"/>
          </ac:picMkLst>
        </pc:picChg>
        <pc:cxnChg chg="mod">
          <ac:chgData name="종민 이" userId="572b16d98f19c0c1" providerId="LiveId" clId="{52BA1A3E-CD60-584E-9611-1F4F24E1A9E7}" dt="2024-11-22T19:57:43.909" v="14252"/>
          <ac:cxnSpMkLst>
            <pc:docMk/>
            <pc:sldMk cId="2081181257" sldId="274"/>
            <ac:cxnSpMk id="31" creationId="{6BB2BC85-6348-13BF-4A8D-B7174E5A8536}"/>
          </ac:cxnSpMkLst>
        </pc:cxnChg>
      </pc:sldChg>
      <pc:sldChg chg="addSp delSp modSp add mod">
        <pc:chgData name="종민 이" userId="572b16d98f19c0c1" providerId="LiveId" clId="{52BA1A3E-CD60-584E-9611-1F4F24E1A9E7}" dt="2024-12-03T08:22:04.159" v="17654" actId="20577"/>
        <pc:sldMkLst>
          <pc:docMk/>
          <pc:sldMk cId="2954743829" sldId="275"/>
        </pc:sldMkLst>
        <pc:spChg chg="mod">
          <ac:chgData name="종민 이" userId="572b16d98f19c0c1" providerId="LiveId" clId="{52BA1A3E-CD60-584E-9611-1F4F24E1A9E7}" dt="2024-12-03T00:33:29.466" v="16529" actId="20577"/>
          <ac:spMkLst>
            <pc:docMk/>
            <pc:sldMk cId="2954743829" sldId="275"/>
            <ac:spMk id="3" creationId="{44570755-8A55-24C3-0CA5-D983F98D7515}"/>
          </ac:spMkLst>
        </pc:spChg>
        <pc:spChg chg="mod">
          <ac:chgData name="종민 이" userId="572b16d98f19c0c1" providerId="LiveId" clId="{52BA1A3E-CD60-584E-9611-1F4F24E1A9E7}" dt="2024-12-03T00:33:18.271" v="16527"/>
          <ac:spMkLst>
            <pc:docMk/>
            <pc:sldMk cId="2954743829" sldId="275"/>
            <ac:spMk id="13" creationId="{1D3AF293-6D3A-CD66-85F1-478C5C85D88C}"/>
          </ac:spMkLst>
        </pc:spChg>
        <pc:spChg chg="mod">
          <ac:chgData name="종민 이" userId="572b16d98f19c0c1" providerId="LiveId" clId="{52BA1A3E-CD60-584E-9611-1F4F24E1A9E7}" dt="2024-12-03T00:44:07.897" v="16867" actId="20577"/>
          <ac:spMkLst>
            <pc:docMk/>
            <pc:sldMk cId="2954743829" sldId="275"/>
            <ac:spMk id="19" creationId="{9825FF3C-E9B4-DF42-D734-82DEE1FDC26E}"/>
          </ac:spMkLst>
        </pc:spChg>
        <pc:spChg chg="mod topLvl">
          <ac:chgData name="종민 이" userId="572b16d98f19c0c1" providerId="LiveId" clId="{52BA1A3E-CD60-584E-9611-1F4F24E1A9E7}" dt="2024-12-03T00:49:42.825" v="17247" actId="478"/>
          <ac:spMkLst>
            <pc:docMk/>
            <pc:sldMk cId="2954743829" sldId="275"/>
            <ac:spMk id="33" creationId="{476C0FDB-1125-0A3B-2594-26BBC70F7745}"/>
          </ac:spMkLst>
        </pc:spChg>
        <pc:spChg chg="add mod">
          <ac:chgData name="종민 이" userId="572b16d98f19c0c1" providerId="LiveId" clId="{52BA1A3E-CD60-584E-9611-1F4F24E1A9E7}" dt="2024-12-03T08:22:04.159" v="17654" actId="20577"/>
          <ac:spMkLst>
            <pc:docMk/>
            <pc:sldMk cId="2954743829" sldId="275"/>
            <ac:spMk id="36" creationId="{81ED66D4-BB29-FC29-468A-3E02CA258B2A}"/>
          </ac:spMkLst>
        </pc:spChg>
        <pc:spChg chg="add mod">
          <ac:chgData name="종민 이" userId="572b16d98f19c0c1" providerId="LiveId" clId="{52BA1A3E-CD60-584E-9611-1F4F24E1A9E7}" dt="2024-12-03T08:17:40.246" v="17583" actId="20577"/>
          <ac:spMkLst>
            <pc:docMk/>
            <pc:sldMk cId="2954743829" sldId="275"/>
            <ac:spMk id="37" creationId="{F9E1F451-733B-ADA5-14CB-97ACBA710030}"/>
          </ac:spMkLst>
        </pc:spChg>
        <pc:grpChg chg="add mod">
          <ac:chgData name="종민 이" userId="572b16d98f19c0c1" providerId="LiveId" clId="{52BA1A3E-CD60-584E-9611-1F4F24E1A9E7}" dt="2024-12-03T00:33:18.271" v="16527"/>
          <ac:grpSpMkLst>
            <pc:docMk/>
            <pc:sldMk cId="2954743829" sldId="275"/>
            <ac:grpSpMk id="4" creationId="{02D77E60-5E1D-A428-08D0-F65356F83FB9}"/>
          </ac:grpSpMkLst>
        </pc:grpChg>
        <pc:grpChg chg="add mod topLvl">
          <ac:chgData name="종민 이" userId="572b16d98f19c0c1" providerId="LiveId" clId="{52BA1A3E-CD60-584E-9611-1F4F24E1A9E7}" dt="2024-12-03T00:44:20.870" v="16868" actId="478"/>
          <ac:grpSpMkLst>
            <pc:docMk/>
            <pc:sldMk cId="2954743829" sldId="275"/>
            <ac:grpSpMk id="18" creationId="{F663B920-DB24-8A0E-CB85-9478EA437B7A}"/>
          </ac:grpSpMkLst>
        </pc:grpChg>
        <pc:grpChg chg="add mod">
          <ac:chgData name="종민 이" userId="572b16d98f19c0c1" providerId="LiveId" clId="{52BA1A3E-CD60-584E-9611-1F4F24E1A9E7}" dt="2024-12-03T00:52:48.848" v="17384" actId="1076"/>
          <ac:grpSpMkLst>
            <pc:docMk/>
            <pc:sldMk cId="2954743829" sldId="275"/>
            <ac:grpSpMk id="40" creationId="{64825B4B-E573-7C60-2B94-BECE0A532608}"/>
          </ac:grpSpMkLst>
        </pc:grpChg>
        <pc:grpChg chg="add mod">
          <ac:chgData name="종민 이" userId="572b16d98f19c0c1" providerId="LiveId" clId="{52BA1A3E-CD60-584E-9611-1F4F24E1A9E7}" dt="2024-12-03T00:52:51.734" v="17385" actId="1076"/>
          <ac:grpSpMkLst>
            <pc:docMk/>
            <pc:sldMk cId="2954743829" sldId="275"/>
            <ac:grpSpMk id="41" creationId="{36891F12-5E10-67A2-CBAC-B70FAA1A451B}"/>
          </ac:grpSpMkLst>
        </pc:grpChg>
        <pc:cxnChg chg="mod">
          <ac:chgData name="종민 이" userId="572b16d98f19c0c1" providerId="LiveId" clId="{52BA1A3E-CD60-584E-9611-1F4F24E1A9E7}" dt="2024-12-03T00:33:18.271" v="16527"/>
          <ac:cxnSpMkLst>
            <pc:docMk/>
            <pc:sldMk cId="2954743829" sldId="275"/>
            <ac:cxnSpMk id="14" creationId="{B31FAE21-51EE-7ABC-F7F4-71E9BAAAE762}"/>
          </ac:cxnSpMkLst>
        </pc:cxnChg>
        <pc:cxnChg chg="mod">
          <ac:chgData name="종민 이" userId="572b16d98f19c0c1" providerId="LiveId" clId="{52BA1A3E-CD60-584E-9611-1F4F24E1A9E7}" dt="2024-12-03T00:47:51.727" v="17136" actId="1076"/>
          <ac:cxnSpMkLst>
            <pc:docMk/>
            <pc:sldMk cId="2954743829" sldId="275"/>
            <ac:cxnSpMk id="21" creationId="{A09C7F91-F4AD-C07A-400B-829C38D1E849}"/>
          </ac:cxnSpMkLst>
        </pc:cxnChg>
        <pc:cxnChg chg="add mod">
          <ac:chgData name="종민 이" userId="572b16d98f19c0c1" providerId="LiveId" clId="{52BA1A3E-CD60-584E-9611-1F4F24E1A9E7}" dt="2024-12-03T00:49:48.660" v="17249" actId="1076"/>
          <ac:cxnSpMkLst>
            <pc:docMk/>
            <pc:sldMk cId="2954743829" sldId="275"/>
            <ac:cxnSpMk id="39" creationId="{6A180DF7-24F8-6AA5-875F-9C0912FBB1F1}"/>
          </ac:cxnSpMkLst>
        </pc:cxnChg>
      </pc:sldChg>
      <pc:sldMasterChg chg="modSp modSldLayout">
        <pc:chgData name="종민 이" userId="572b16d98f19c0c1" providerId="LiveId" clId="{52BA1A3E-CD60-584E-9611-1F4F24E1A9E7}" dt="2024-11-21T09:09:52.239" v="1"/>
        <pc:sldMasterMkLst>
          <pc:docMk/>
          <pc:sldMasterMk cId="3686743294" sldId="2147483648"/>
        </pc:sldMasterMkLst>
        <pc:sldLayoutChg chg="modSp">
          <pc:chgData name="종민 이" userId="572b16d98f19c0c1" providerId="LiveId" clId="{52BA1A3E-CD60-584E-9611-1F4F24E1A9E7}" dt="2024-11-21T09:09:52.239" v="1"/>
          <pc:sldLayoutMkLst>
            <pc:docMk/>
            <pc:sldMasterMk cId="3686743294" sldId="2147483648"/>
            <pc:sldLayoutMk cId="346971665" sldId="2147483649"/>
          </pc:sldLayoutMkLst>
        </pc:sldLayoutChg>
        <pc:sldLayoutChg chg="modSp">
          <pc:chgData name="종민 이" userId="572b16d98f19c0c1" providerId="LiveId" clId="{52BA1A3E-CD60-584E-9611-1F4F24E1A9E7}" dt="2024-11-21T09:09:52.239" v="1"/>
          <pc:sldLayoutMkLst>
            <pc:docMk/>
            <pc:sldMasterMk cId="3686743294" sldId="2147483648"/>
            <pc:sldLayoutMk cId="2146234188" sldId="2147483651"/>
          </pc:sldLayoutMkLst>
        </pc:sldLayoutChg>
        <pc:sldLayoutChg chg="modSp">
          <pc:chgData name="종민 이" userId="572b16d98f19c0c1" providerId="LiveId" clId="{52BA1A3E-CD60-584E-9611-1F4F24E1A9E7}" dt="2024-11-21T09:09:52.239" v="1"/>
          <pc:sldLayoutMkLst>
            <pc:docMk/>
            <pc:sldMasterMk cId="3686743294" sldId="2147483648"/>
            <pc:sldLayoutMk cId="62196340" sldId="2147483652"/>
          </pc:sldLayoutMkLst>
        </pc:sldLayoutChg>
        <pc:sldLayoutChg chg="modSp">
          <pc:chgData name="종민 이" userId="572b16d98f19c0c1" providerId="LiveId" clId="{52BA1A3E-CD60-584E-9611-1F4F24E1A9E7}" dt="2024-11-21T09:09:52.239" v="1"/>
          <pc:sldLayoutMkLst>
            <pc:docMk/>
            <pc:sldMasterMk cId="3686743294" sldId="2147483648"/>
            <pc:sldLayoutMk cId="2923469982" sldId="2147483653"/>
          </pc:sldLayoutMkLst>
        </pc:sldLayoutChg>
        <pc:sldLayoutChg chg="modSp">
          <pc:chgData name="종민 이" userId="572b16d98f19c0c1" providerId="LiveId" clId="{52BA1A3E-CD60-584E-9611-1F4F24E1A9E7}" dt="2024-11-21T09:09:52.239" v="1"/>
          <pc:sldLayoutMkLst>
            <pc:docMk/>
            <pc:sldMasterMk cId="3686743294" sldId="2147483648"/>
            <pc:sldLayoutMk cId="3419606053" sldId="2147483656"/>
          </pc:sldLayoutMkLst>
        </pc:sldLayoutChg>
        <pc:sldLayoutChg chg="modSp">
          <pc:chgData name="종민 이" userId="572b16d98f19c0c1" providerId="LiveId" clId="{52BA1A3E-CD60-584E-9611-1F4F24E1A9E7}" dt="2024-11-21T09:09:52.239" v="1"/>
          <pc:sldLayoutMkLst>
            <pc:docMk/>
            <pc:sldMasterMk cId="3686743294" sldId="2147483648"/>
            <pc:sldLayoutMk cId="1416493134" sldId="2147483657"/>
          </pc:sldLayoutMkLst>
        </pc:sldLayoutChg>
        <pc:sldLayoutChg chg="modSp">
          <pc:chgData name="종민 이" userId="572b16d98f19c0c1" providerId="LiveId" clId="{52BA1A3E-CD60-584E-9611-1F4F24E1A9E7}" dt="2024-11-21T09:09:52.239" v="1"/>
          <pc:sldLayoutMkLst>
            <pc:docMk/>
            <pc:sldMasterMk cId="3686743294" sldId="2147483648"/>
            <pc:sldLayoutMk cId="3663956867" sldId="2147483659"/>
          </pc:sldLayoutMkLst>
        </pc:sldLayoutChg>
      </pc:sldMasterChg>
      <pc:sldMasterChg chg="modSp modSldLayout">
        <pc:chgData name="종민 이" userId="572b16d98f19c0c1" providerId="LiveId" clId="{52BA1A3E-CD60-584E-9611-1F4F24E1A9E7}" dt="2024-11-21T09:11:40.730" v="2"/>
        <pc:sldMasterMkLst>
          <pc:docMk/>
          <pc:sldMasterMk cId="3372035429" sldId="2147483660"/>
        </pc:sldMasterMkLst>
        <pc:sldLayoutChg chg="modSp">
          <pc:chgData name="종민 이" userId="572b16d98f19c0c1" providerId="LiveId" clId="{52BA1A3E-CD60-584E-9611-1F4F24E1A9E7}" dt="2024-11-21T09:11:40.730" v="2"/>
          <pc:sldLayoutMkLst>
            <pc:docMk/>
            <pc:sldMasterMk cId="3372035429" sldId="2147483660"/>
            <pc:sldLayoutMk cId="853790065" sldId="2147483661"/>
          </pc:sldLayoutMkLst>
        </pc:sldLayoutChg>
        <pc:sldLayoutChg chg="modSp">
          <pc:chgData name="종민 이" userId="572b16d98f19c0c1" providerId="LiveId" clId="{52BA1A3E-CD60-584E-9611-1F4F24E1A9E7}" dt="2024-11-21T09:11:40.730" v="2"/>
          <pc:sldLayoutMkLst>
            <pc:docMk/>
            <pc:sldMasterMk cId="3372035429" sldId="2147483660"/>
            <pc:sldLayoutMk cId="112353626" sldId="2147483663"/>
          </pc:sldLayoutMkLst>
        </pc:sldLayoutChg>
        <pc:sldLayoutChg chg="modSp">
          <pc:chgData name="종민 이" userId="572b16d98f19c0c1" providerId="LiveId" clId="{52BA1A3E-CD60-584E-9611-1F4F24E1A9E7}" dt="2024-11-21T09:11:40.730" v="2"/>
          <pc:sldLayoutMkLst>
            <pc:docMk/>
            <pc:sldMasterMk cId="3372035429" sldId="2147483660"/>
            <pc:sldLayoutMk cId="526066253" sldId="2147483664"/>
          </pc:sldLayoutMkLst>
        </pc:sldLayoutChg>
        <pc:sldLayoutChg chg="modSp">
          <pc:chgData name="종민 이" userId="572b16d98f19c0c1" providerId="LiveId" clId="{52BA1A3E-CD60-584E-9611-1F4F24E1A9E7}" dt="2024-11-21T09:11:40.730" v="2"/>
          <pc:sldLayoutMkLst>
            <pc:docMk/>
            <pc:sldMasterMk cId="3372035429" sldId="2147483660"/>
            <pc:sldLayoutMk cId="1879265975" sldId="2147483665"/>
          </pc:sldLayoutMkLst>
        </pc:sldLayoutChg>
        <pc:sldLayoutChg chg="modSp">
          <pc:chgData name="종민 이" userId="572b16d98f19c0c1" providerId="LiveId" clId="{52BA1A3E-CD60-584E-9611-1F4F24E1A9E7}" dt="2024-11-21T09:11:40.730" v="2"/>
          <pc:sldLayoutMkLst>
            <pc:docMk/>
            <pc:sldMasterMk cId="3372035429" sldId="2147483660"/>
            <pc:sldLayoutMk cId="1645692822" sldId="2147483668"/>
          </pc:sldLayoutMkLst>
        </pc:sldLayoutChg>
        <pc:sldLayoutChg chg="modSp">
          <pc:chgData name="종민 이" userId="572b16d98f19c0c1" providerId="LiveId" clId="{52BA1A3E-CD60-584E-9611-1F4F24E1A9E7}" dt="2024-11-21T09:11:40.730" v="2"/>
          <pc:sldLayoutMkLst>
            <pc:docMk/>
            <pc:sldMasterMk cId="3372035429" sldId="2147483660"/>
            <pc:sldLayoutMk cId="2591752643" sldId="2147483669"/>
          </pc:sldLayoutMkLst>
        </pc:sldLayoutChg>
        <pc:sldLayoutChg chg="modSp">
          <pc:chgData name="종민 이" userId="572b16d98f19c0c1" providerId="LiveId" clId="{52BA1A3E-CD60-584E-9611-1F4F24E1A9E7}" dt="2024-11-21T09:11:40.730" v="2"/>
          <pc:sldLayoutMkLst>
            <pc:docMk/>
            <pc:sldMasterMk cId="3372035429" sldId="2147483660"/>
            <pc:sldLayoutMk cId="2631266439" sldId="2147483671"/>
          </pc:sldLayoutMkLst>
        </pc:sldLayoutChg>
      </pc:sldMasterChg>
    </pc:docChg>
  </pc:docChgLst>
  <pc:docChgLst>
    <pc:chgData name="이 주형" userId="43c1f69823ec75f1" providerId="Windows Live" clId="Web-{4CA6C56B-95A8-49E0-9063-EFFB55CBEF35}"/>
    <pc:docChg chg="modSld">
      <pc:chgData name="이 주형" userId="43c1f69823ec75f1" providerId="Windows Live" clId="Web-{4CA6C56B-95A8-49E0-9063-EFFB55CBEF35}" dt="2024-11-23T06:42:38.449" v="3" actId="14100"/>
      <pc:docMkLst>
        <pc:docMk/>
      </pc:docMkLst>
      <pc:sldChg chg="modSp">
        <pc:chgData name="이 주형" userId="43c1f69823ec75f1" providerId="Windows Live" clId="Web-{4CA6C56B-95A8-49E0-9063-EFFB55CBEF35}" dt="2024-11-23T06:42:38.449" v="3" actId="14100"/>
        <pc:sldMkLst>
          <pc:docMk/>
          <pc:sldMk cId="2201660183" sldId="264"/>
        </pc:sldMkLst>
      </pc:sldChg>
    </pc:docChg>
  </pc:docChgLst>
  <pc:docChgLst>
    <pc:chgData name="게스트 사용자" providerId="Windows Live" clId="Web-{AC9A5E3B-C8A5-42E0-8B78-3C9810A36B7D}"/>
    <pc:docChg chg="modSld">
      <pc:chgData name="게스트 사용자" userId="" providerId="Windows Live" clId="Web-{AC9A5E3B-C8A5-42E0-8B78-3C9810A36B7D}" dt="2024-12-03T05:39:00.351" v="59" actId="20577"/>
      <pc:docMkLst>
        <pc:docMk/>
      </pc:docMkLst>
      <pc:sldChg chg="modSp">
        <pc:chgData name="게스트 사용자" userId="" providerId="Windows Live" clId="Web-{AC9A5E3B-C8A5-42E0-8B78-3C9810A36B7D}" dt="2024-12-03T05:39:00.351" v="59" actId="20577"/>
        <pc:sldMkLst>
          <pc:docMk/>
          <pc:sldMk cId="2954743829" sldId="275"/>
        </pc:sldMkLst>
        <pc:spChg chg="mod">
          <ac:chgData name="게스트 사용자" userId="" providerId="Windows Live" clId="Web-{AC9A5E3B-C8A5-42E0-8B78-3C9810A36B7D}" dt="2024-12-03T05:39:00.351" v="59" actId="20577"/>
          <ac:spMkLst>
            <pc:docMk/>
            <pc:sldMk cId="2954743829" sldId="275"/>
            <ac:spMk id="36" creationId="{81ED66D4-BB29-FC29-468A-3E02CA258B2A}"/>
          </ac:spMkLst>
        </pc:spChg>
        <pc:spChg chg="mod">
          <ac:chgData name="게스트 사용자" userId="" providerId="Windows Live" clId="Web-{AC9A5E3B-C8A5-42E0-8B78-3C9810A36B7D}" dt="2024-12-03T05:29:45.783" v="5" actId="20577"/>
          <ac:spMkLst>
            <pc:docMk/>
            <pc:sldMk cId="2954743829" sldId="275"/>
            <ac:spMk id="37" creationId="{F9E1F451-733B-ADA5-14CB-97ACBA710030}"/>
          </ac:spMkLst>
        </pc:spChg>
      </pc:sldChg>
    </pc:docChg>
  </pc:docChgLst>
  <pc:docChgLst>
    <pc:chgData name="이 종민" userId="572b16d98f19c0c1" providerId="Windows Live" clId="Web-{1567EB53-2F6B-4033-8294-89EF4A03C953}"/>
    <pc:docChg chg="modSld">
      <pc:chgData name="이 종민" userId="572b16d98f19c0c1" providerId="Windows Live" clId="Web-{1567EB53-2F6B-4033-8294-89EF4A03C953}" dt="2024-11-23T10:29:03.125" v="28" actId="20577"/>
      <pc:docMkLst>
        <pc:docMk/>
      </pc:docMkLst>
      <pc:sldChg chg="modSp">
        <pc:chgData name="이 종민" userId="572b16d98f19c0c1" providerId="Windows Live" clId="Web-{1567EB53-2F6B-4033-8294-89EF4A03C953}" dt="2024-11-23T10:26:04.198" v="9" actId="14100"/>
        <pc:sldMkLst>
          <pc:docMk/>
          <pc:sldMk cId="3569210928" sldId="256"/>
        </pc:sldMkLst>
        <pc:spChg chg="mod">
          <ac:chgData name="이 종민" userId="572b16d98f19c0c1" providerId="Windows Live" clId="Web-{1567EB53-2F6B-4033-8294-89EF4A03C953}" dt="2024-11-23T10:26:04.198" v="9" actId="14100"/>
          <ac:spMkLst>
            <pc:docMk/>
            <pc:sldMk cId="3569210928" sldId="256"/>
            <ac:spMk id="9" creationId="{FD7E2F25-7A40-684E-C851-526953CBB72A}"/>
          </ac:spMkLst>
        </pc:spChg>
      </pc:sldChg>
      <pc:sldChg chg="modSp">
        <pc:chgData name="이 종민" userId="572b16d98f19c0c1" providerId="Windows Live" clId="Web-{1567EB53-2F6B-4033-8294-89EF4A03C953}" dt="2024-11-23T10:26:32.777" v="14" actId="14100"/>
        <pc:sldMkLst>
          <pc:docMk/>
          <pc:sldMk cId="3653251884" sldId="257"/>
        </pc:sldMkLst>
        <pc:spChg chg="mod">
          <ac:chgData name="이 종민" userId="572b16d98f19c0c1" providerId="Windows Live" clId="Web-{1567EB53-2F6B-4033-8294-89EF4A03C953}" dt="2024-11-23T10:24:51.693" v="6" actId="20577"/>
          <ac:spMkLst>
            <pc:docMk/>
            <pc:sldMk cId="3653251884" sldId="257"/>
            <ac:spMk id="20" creationId="{818942B3-FDD4-9FC7-4B5F-F88C99F14073}"/>
          </ac:spMkLst>
        </pc:spChg>
        <pc:spChg chg="mod">
          <ac:chgData name="이 종민" userId="572b16d98f19c0c1" providerId="Windows Live" clId="Web-{1567EB53-2F6B-4033-8294-89EF4A03C953}" dt="2024-11-23T10:26:24.730" v="12" actId="14100"/>
          <ac:spMkLst>
            <pc:docMk/>
            <pc:sldMk cId="3653251884" sldId="257"/>
            <ac:spMk id="26" creationId="{3DF5C35B-DDA7-E7C4-6467-103DF5E44372}"/>
          </ac:spMkLst>
        </pc:spChg>
        <pc:spChg chg="mod">
          <ac:chgData name="이 종민" userId="572b16d98f19c0c1" providerId="Windows Live" clId="Web-{1567EB53-2F6B-4033-8294-89EF4A03C953}" dt="2024-11-23T10:26:29.636" v="13" actId="14100"/>
          <ac:spMkLst>
            <pc:docMk/>
            <pc:sldMk cId="3653251884" sldId="257"/>
            <ac:spMk id="30" creationId="{1C5E3555-C403-6899-E822-2869020C5929}"/>
          </ac:spMkLst>
        </pc:spChg>
        <pc:spChg chg="mod">
          <ac:chgData name="이 종민" userId="572b16d98f19c0c1" providerId="Windows Live" clId="Web-{1567EB53-2F6B-4033-8294-89EF4A03C953}" dt="2024-11-23T10:26:32.777" v="14" actId="14100"/>
          <ac:spMkLst>
            <pc:docMk/>
            <pc:sldMk cId="3653251884" sldId="257"/>
            <ac:spMk id="33" creationId="{3A0014E3-A7C9-35F1-9D78-840910786FF3}"/>
          </ac:spMkLst>
        </pc:spChg>
      </pc:sldChg>
      <pc:sldChg chg="modSp">
        <pc:chgData name="이 종민" userId="572b16d98f19c0c1" providerId="Windows Live" clId="Web-{1567EB53-2F6B-4033-8294-89EF4A03C953}" dt="2024-11-23T10:27:22.997" v="16" actId="14100"/>
        <pc:sldMkLst>
          <pc:docMk/>
          <pc:sldMk cId="3264943491" sldId="258"/>
        </pc:sldMkLst>
        <pc:spChg chg="mod">
          <ac:chgData name="이 종민" userId="572b16d98f19c0c1" providerId="Windows Live" clId="Web-{1567EB53-2F6B-4033-8294-89EF4A03C953}" dt="2024-11-23T10:25:34.885" v="8" actId="20577"/>
          <ac:spMkLst>
            <pc:docMk/>
            <pc:sldMk cId="3264943491" sldId="258"/>
            <ac:spMk id="12" creationId="{DD9A487E-05BD-2AFF-5FB9-7C71E9898805}"/>
          </ac:spMkLst>
        </pc:spChg>
        <pc:spChg chg="mod">
          <ac:chgData name="이 종민" userId="572b16d98f19c0c1" providerId="Windows Live" clId="Web-{1567EB53-2F6B-4033-8294-89EF4A03C953}" dt="2024-11-23T10:27:22.997" v="16" actId="14100"/>
          <ac:spMkLst>
            <pc:docMk/>
            <pc:sldMk cId="3264943491" sldId="258"/>
            <ac:spMk id="14" creationId="{AB8F7D3A-30E5-5BBF-7F67-12ED56CF070F}"/>
          </ac:spMkLst>
        </pc:spChg>
      </pc:sldChg>
      <pc:sldChg chg="modSp">
        <pc:chgData name="이 종민" userId="572b16d98f19c0c1" providerId="Windows Live" clId="Web-{1567EB53-2F6B-4033-8294-89EF4A03C953}" dt="2024-11-23T10:27:59.139" v="25"/>
        <pc:sldMkLst>
          <pc:docMk/>
          <pc:sldMk cId="887193205" sldId="259"/>
        </pc:sldMkLst>
        <pc:spChg chg="mod">
          <ac:chgData name="이 종민" userId="572b16d98f19c0c1" providerId="Windows Live" clId="Web-{1567EB53-2F6B-4033-8294-89EF4A03C953}" dt="2024-11-23T10:27:44.514" v="17" actId="20577"/>
          <ac:spMkLst>
            <pc:docMk/>
            <pc:sldMk cId="887193205" sldId="259"/>
            <ac:spMk id="59" creationId="{4DA88FDF-625B-60B1-8208-806A3F21663C}"/>
          </ac:spMkLst>
        </pc:spChg>
        <pc:spChg chg="mod">
          <ac:chgData name="이 종민" userId="572b16d98f19c0c1" providerId="Windows Live" clId="Web-{1567EB53-2F6B-4033-8294-89EF4A03C953}" dt="2024-11-23T10:27:58.936" v="18"/>
          <ac:spMkLst>
            <pc:docMk/>
            <pc:sldMk cId="887193205" sldId="259"/>
            <ac:spMk id="60" creationId="{A3982990-F4A1-5261-7C01-30CC0DD1B8C5}"/>
          </ac:spMkLst>
        </pc:spChg>
        <pc:spChg chg="mod">
          <ac:chgData name="이 종민" userId="572b16d98f19c0c1" providerId="Windows Live" clId="Web-{1567EB53-2F6B-4033-8294-89EF4A03C953}" dt="2024-11-23T10:27:58.967" v="19"/>
          <ac:spMkLst>
            <pc:docMk/>
            <pc:sldMk cId="887193205" sldId="259"/>
            <ac:spMk id="61" creationId="{EFB35FCF-653B-D9FA-26E3-2273C3663646}"/>
          </ac:spMkLst>
        </pc:spChg>
        <pc:spChg chg="mod">
          <ac:chgData name="이 종민" userId="572b16d98f19c0c1" providerId="Windows Live" clId="Web-{1567EB53-2F6B-4033-8294-89EF4A03C953}" dt="2024-11-23T10:27:58.998" v="20"/>
          <ac:spMkLst>
            <pc:docMk/>
            <pc:sldMk cId="887193205" sldId="259"/>
            <ac:spMk id="62" creationId="{3DD2123D-AE0E-D486-B609-79ABF92CF70F}"/>
          </ac:spMkLst>
        </pc:spChg>
        <pc:spChg chg="mod">
          <ac:chgData name="이 종민" userId="572b16d98f19c0c1" providerId="Windows Live" clId="Web-{1567EB53-2F6B-4033-8294-89EF4A03C953}" dt="2024-11-23T10:27:59.030" v="21"/>
          <ac:spMkLst>
            <pc:docMk/>
            <pc:sldMk cId="887193205" sldId="259"/>
            <ac:spMk id="1034" creationId="{22940749-240E-F654-DFB4-EE040C81D964}"/>
          </ac:spMkLst>
        </pc:spChg>
        <pc:spChg chg="mod">
          <ac:chgData name="이 종민" userId="572b16d98f19c0c1" providerId="Windows Live" clId="Web-{1567EB53-2F6B-4033-8294-89EF4A03C953}" dt="2024-11-23T10:27:59.045" v="22"/>
          <ac:spMkLst>
            <pc:docMk/>
            <pc:sldMk cId="887193205" sldId="259"/>
            <ac:spMk id="1036" creationId="{8E9433CC-7DC5-D997-87AC-BFAE28DF7E8A}"/>
          </ac:spMkLst>
        </pc:spChg>
        <pc:spChg chg="mod">
          <ac:chgData name="이 종민" userId="572b16d98f19c0c1" providerId="Windows Live" clId="Web-{1567EB53-2F6B-4033-8294-89EF4A03C953}" dt="2024-11-23T10:27:59.077" v="23"/>
          <ac:spMkLst>
            <pc:docMk/>
            <pc:sldMk cId="887193205" sldId="259"/>
            <ac:spMk id="1081" creationId="{0033F8FB-C1DF-6375-81F4-38BCE31A07DF}"/>
          </ac:spMkLst>
        </pc:spChg>
        <pc:spChg chg="mod">
          <ac:chgData name="이 종민" userId="572b16d98f19c0c1" providerId="Windows Live" clId="Web-{1567EB53-2F6B-4033-8294-89EF4A03C953}" dt="2024-11-23T10:27:59.108" v="24"/>
          <ac:spMkLst>
            <pc:docMk/>
            <pc:sldMk cId="887193205" sldId="259"/>
            <ac:spMk id="2107" creationId="{EA703739-AA4E-5CE1-B0CE-F2E59E92016B}"/>
          </ac:spMkLst>
        </pc:spChg>
        <pc:spChg chg="mod">
          <ac:chgData name="이 종민" userId="572b16d98f19c0c1" providerId="Windows Live" clId="Web-{1567EB53-2F6B-4033-8294-89EF4A03C953}" dt="2024-11-23T10:27:59.139" v="25"/>
          <ac:spMkLst>
            <pc:docMk/>
            <pc:sldMk cId="887193205" sldId="259"/>
            <ac:spMk id="2110" creationId="{94F029E9-948D-92BE-D587-57B47CB00553}"/>
          </ac:spMkLst>
        </pc:spChg>
      </pc:sldChg>
      <pc:sldChg chg="modSp">
        <pc:chgData name="이 종민" userId="572b16d98f19c0c1" providerId="Windows Live" clId="Web-{1567EB53-2F6B-4033-8294-89EF4A03C953}" dt="2024-11-23T10:23:17.627" v="0" actId="20577"/>
        <pc:sldMkLst>
          <pc:docMk/>
          <pc:sldMk cId="2803602066" sldId="261"/>
        </pc:sldMkLst>
        <pc:spChg chg="mod">
          <ac:chgData name="이 종민" userId="572b16d98f19c0c1" providerId="Windows Live" clId="Web-{1567EB53-2F6B-4033-8294-89EF4A03C953}" dt="2024-11-23T10:23:17.627" v="0" actId="20577"/>
          <ac:spMkLst>
            <pc:docMk/>
            <pc:sldMk cId="2803602066" sldId="261"/>
            <ac:spMk id="10" creationId="{7C20241E-D4C9-104A-28F5-2A219E37D5CE}"/>
          </ac:spMkLst>
        </pc:spChg>
      </pc:sldChg>
      <pc:sldChg chg="modSp">
        <pc:chgData name="이 종민" userId="572b16d98f19c0c1" providerId="Windows Live" clId="Web-{1567EB53-2F6B-4033-8294-89EF4A03C953}" dt="2024-11-23T10:29:03.125" v="28" actId="20577"/>
        <pc:sldMkLst>
          <pc:docMk/>
          <pc:sldMk cId="2201660183" sldId="264"/>
        </pc:sldMkLst>
        <pc:spChg chg="mod">
          <ac:chgData name="이 종민" userId="572b16d98f19c0c1" providerId="Windows Live" clId="Web-{1567EB53-2F6B-4033-8294-89EF4A03C953}" dt="2024-11-23T10:29:03.125" v="28" actId="20577"/>
          <ac:spMkLst>
            <pc:docMk/>
            <pc:sldMk cId="2201660183" sldId="264"/>
            <ac:spMk id="5" creationId="{14393435-854D-C015-E4F4-449E7F6CA0AA}"/>
          </ac:spMkLst>
        </pc:spChg>
        <pc:spChg chg="mod">
          <ac:chgData name="이 종민" userId="572b16d98f19c0c1" providerId="Windows Live" clId="Web-{1567EB53-2F6B-4033-8294-89EF4A03C953}" dt="2024-11-23T10:28:54.969" v="27" actId="20577"/>
          <ac:spMkLst>
            <pc:docMk/>
            <pc:sldMk cId="2201660183" sldId="264"/>
            <ac:spMk id="7" creationId="{1613D579-F511-D34C-6361-CE57C5AB01FE}"/>
          </ac:spMkLst>
        </pc:spChg>
      </pc:sldChg>
    </pc:docChg>
  </pc:docChgLst>
  <pc:docChgLst>
    <pc:chgData name="게스트 사용자" providerId="Windows Live" clId="Web-{1137C4AE-5AEB-4CE4-BB1B-329EE285B713}"/>
    <pc:docChg chg="modSld">
      <pc:chgData name="게스트 사용자" userId="" providerId="Windows Live" clId="Web-{1137C4AE-5AEB-4CE4-BB1B-329EE285B713}" dt="2024-11-23T06:37:21.578" v="79" actId="14100"/>
      <pc:docMkLst>
        <pc:docMk/>
      </pc:docMkLst>
      <pc:sldChg chg="addSp modSp">
        <pc:chgData name="게스트 사용자" userId="" providerId="Windows Live" clId="Web-{1137C4AE-5AEB-4CE4-BB1B-329EE285B713}" dt="2024-11-23T06:37:21.578" v="79" actId="14100"/>
        <pc:sldMkLst>
          <pc:docMk/>
          <pc:sldMk cId="2201660183" sldId="264"/>
        </pc:sldMkLst>
      </pc:sldChg>
    </pc:docChg>
  </pc:docChgLst>
  <pc:docChgLst>
    <pc:chgData name="이 주형" userId="43c1f69823ec75f1" providerId="Windows Live" clId="Web-{3D6BD43D-0B64-4F44-95BF-BAA1C3D0393A}"/>
    <pc:docChg chg="modSld">
      <pc:chgData name="이 주형" userId="43c1f69823ec75f1" providerId="Windows Live" clId="Web-{3D6BD43D-0B64-4F44-95BF-BAA1C3D0393A}" dt="2024-11-23T06:41:29.460" v="1" actId="14100"/>
      <pc:docMkLst>
        <pc:docMk/>
      </pc:docMkLst>
      <pc:sldChg chg="modSp">
        <pc:chgData name="이 주형" userId="43c1f69823ec75f1" providerId="Windows Live" clId="Web-{3D6BD43D-0B64-4F44-95BF-BAA1C3D0393A}" dt="2024-11-23T06:41:29.460" v="1" actId="14100"/>
        <pc:sldMkLst>
          <pc:docMk/>
          <pc:sldMk cId="2201660183" sldId="264"/>
        </pc:sldMkLst>
      </pc:sldChg>
    </pc:docChg>
  </pc:docChgLst>
  <pc:docChgLst>
    <pc:chgData name="게스트 사용자" providerId="Windows Live" clId="Web-{47291AE0-9C2E-499E-B6C9-78A1262C4790}"/>
    <pc:docChg chg="modSld">
      <pc:chgData name="게스트 사용자" userId="" providerId="Windows Live" clId="Web-{47291AE0-9C2E-499E-B6C9-78A1262C4790}" dt="2024-12-03T05:27:06.158" v="58" actId="20577"/>
      <pc:docMkLst>
        <pc:docMk/>
      </pc:docMkLst>
      <pc:sldChg chg="modSp">
        <pc:chgData name="게스트 사용자" userId="" providerId="Windows Live" clId="Web-{47291AE0-9C2E-499E-B6C9-78A1262C4790}" dt="2024-12-03T05:26:01.781" v="56" actId="20577"/>
        <pc:sldMkLst>
          <pc:docMk/>
          <pc:sldMk cId="2201660183" sldId="264"/>
        </pc:sldMkLst>
        <pc:spChg chg="mod">
          <ac:chgData name="게스트 사용자" userId="" providerId="Windows Live" clId="Web-{47291AE0-9C2E-499E-B6C9-78A1262C4790}" dt="2024-12-03T05:26:01.781" v="56" actId="20577"/>
          <ac:spMkLst>
            <pc:docMk/>
            <pc:sldMk cId="2201660183" sldId="264"/>
            <ac:spMk id="20" creationId="{3223C4F4-2A2C-F4C6-6938-3B6588F25FE6}"/>
          </ac:spMkLst>
        </pc:spChg>
      </pc:sldChg>
      <pc:sldChg chg="modSp">
        <pc:chgData name="게스트 사용자" userId="" providerId="Windows Live" clId="Web-{47291AE0-9C2E-499E-B6C9-78A1262C4790}" dt="2024-12-03T05:27:06.158" v="58" actId="20577"/>
        <pc:sldMkLst>
          <pc:docMk/>
          <pc:sldMk cId="2954743829" sldId="275"/>
        </pc:sldMkLst>
        <pc:spChg chg="mod">
          <ac:chgData name="게스트 사용자" userId="" providerId="Windows Live" clId="Web-{47291AE0-9C2E-499E-B6C9-78A1262C4790}" dt="2024-12-03T05:27:06.158" v="58" actId="20577"/>
          <ac:spMkLst>
            <pc:docMk/>
            <pc:sldMk cId="2954743829" sldId="275"/>
            <ac:spMk id="36" creationId="{81ED66D4-BB29-FC29-468A-3E02CA258B2A}"/>
          </ac:spMkLst>
        </pc:spChg>
      </pc:sldChg>
    </pc:docChg>
  </pc:docChgLst>
  <pc:docChgLst>
    <pc:chgData name="이 종민" userId="572b16d98f19c0c1" providerId="Windows Live" clId="Web-{1F2E3F09-196E-4CA6-A931-57931552DD09}"/>
    <pc:docChg chg="modSld">
      <pc:chgData name="이 종민" userId="572b16d98f19c0c1" providerId="Windows Live" clId="Web-{1F2E3F09-196E-4CA6-A931-57931552DD09}" dt="2024-12-03T01:06:07.746" v="2" actId="20577"/>
      <pc:docMkLst>
        <pc:docMk/>
      </pc:docMkLst>
      <pc:sldChg chg="modSp">
        <pc:chgData name="이 종민" userId="572b16d98f19c0c1" providerId="Windows Live" clId="Web-{1F2E3F09-196E-4CA6-A931-57931552DD09}" dt="2024-12-03T01:06:07.746" v="2" actId="20577"/>
        <pc:sldMkLst>
          <pc:docMk/>
          <pc:sldMk cId="2954743829" sldId="275"/>
        </pc:sldMkLst>
        <pc:spChg chg="mod">
          <ac:chgData name="이 종민" userId="572b16d98f19c0c1" providerId="Windows Live" clId="Web-{1F2E3F09-196E-4CA6-A931-57931552DD09}" dt="2024-12-03T01:06:07.746" v="2" actId="20577"/>
          <ac:spMkLst>
            <pc:docMk/>
            <pc:sldMk cId="2954743829" sldId="275"/>
            <ac:spMk id="37" creationId="{F9E1F451-733B-ADA5-14CB-97ACBA710030}"/>
          </ac:spMkLst>
        </pc:spChg>
      </pc:sldChg>
    </pc:docChg>
  </pc:docChgLst>
  <pc:docChgLst>
    <pc:chgData name="게스트 사용자" providerId="Windows Live" clId="Web-{31D67773-3EF2-4014-B551-C4DEF3D85690}"/>
    <pc:docChg chg="modSld">
      <pc:chgData name="게스트 사용자" userId="" providerId="Windows Live" clId="Web-{31D67773-3EF2-4014-B551-C4DEF3D85690}" dt="2024-11-26T15:51:27.403" v="69"/>
      <pc:docMkLst>
        <pc:docMk/>
      </pc:docMkLst>
      <pc:sldChg chg="addSp delSp modSp">
        <pc:chgData name="게스트 사용자" userId="" providerId="Windows Live" clId="Web-{31D67773-3EF2-4014-B551-C4DEF3D85690}" dt="2024-11-26T15:51:27.403" v="69"/>
        <pc:sldMkLst>
          <pc:docMk/>
          <pc:sldMk cId="1281254546" sldId="265"/>
        </pc:sldMkLst>
        <pc:graphicFrameChg chg="mod modGraphic">
          <ac:chgData name="게스트 사용자" userId="" providerId="Windows Live" clId="Web-{31D67773-3EF2-4014-B551-C4DEF3D85690}" dt="2024-11-26T15:51:16.012" v="67" actId="1076"/>
          <ac:graphicFrameMkLst>
            <pc:docMk/>
            <pc:sldMk cId="1281254546" sldId="265"/>
            <ac:graphicFrameMk id="9" creationId="{D1C031B8-CEE8-71F0-9D33-8E529C3CBF84}"/>
          </ac:graphicFrameMkLst>
        </pc:graphicFrameChg>
        <pc:graphicFrameChg chg="mod modGraphic">
          <ac:chgData name="게스트 사용자" userId="" providerId="Windows Live" clId="Web-{31D67773-3EF2-4014-B551-C4DEF3D85690}" dt="2024-11-26T15:51:27.403" v="69"/>
          <ac:graphicFrameMkLst>
            <pc:docMk/>
            <pc:sldMk cId="1281254546" sldId="265"/>
            <ac:graphicFrameMk id="10" creationId="{BFF74C70-75B9-0AFE-B054-6F29E06AC0A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2024. 12. 28.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498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2024. 12. 28.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50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2024. 12. 28.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007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2024. 12. 28.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3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2024. 12. 28.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77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2024. 12. 28.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85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2024. 12. 28.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3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2024. 12. 28.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219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2024. 12. 28.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689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2024. 12. 28.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7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2024. 12. 28.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047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2024. 12. 28.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44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래픽, 폰트, 로고, 스크린샷이(가) 표시된 사진&#10;&#10;자동 생성된 설명">
            <a:extLst>
              <a:ext uri="{FF2B5EF4-FFF2-40B4-BE49-F238E27FC236}">
                <a16:creationId xmlns:a16="http://schemas.microsoft.com/office/drawing/2014/main" id="{2999C312-C27A-D7D4-8F46-682E5D275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299" y="2158360"/>
            <a:ext cx="6119402" cy="2541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7E2F25-7A40-684E-C851-526953CBB72A}"/>
              </a:ext>
            </a:extLst>
          </p:cNvPr>
          <p:cNvSpPr txBox="1"/>
          <p:nvPr/>
        </p:nvSpPr>
        <p:spPr>
          <a:xfrm>
            <a:off x="8328713" y="5303739"/>
            <a:ext cx="341561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kumimoji="1" lang="en-US" altLang="ko-KR" sz="2400" dirty="0">
                <a:latin typeface="Malgun Gothic"/>
                <a:ea typeface="맑은 고딕"/>
              </a:rPr>
              <a:t>2017180030	</a:t>
            </a:r>
            <a:r>
              <a:rPr kumimoji="1" lang="ko-KR" altLang="en-US" sz="2400" dirty="0">
                <a:latin typeface="Malgun Gothic"/>
                <a:ea typeface="Malgun Gothic"/>
              </a:rPr>
              <a:t>이종민</a:t>
            </a:r>
            <a:endParaRPr lang="en-US" altLang="ko-KR" sz="2400" dirty="0">
              <a:latin typeface="Malgun Gothic"/>
              <a:ea typeface="Malgun Gothic"/>
            </a:endParaRPr>
          </a:p>
          <a:p>
            <a:pPr algn="ctr"/>
            <a:r>
              <a:rPr kumimoji="1" lang="en-US" altLang="ko-KR" sz="2400" dirty="0">
                <a:latin typeface="Malgun Gothic"/>
                <a:ea typeface="맑은 고딕"/>
              </a:rPr>
              <a:t>2020180028	</a:t>
            </a:r>
            <a:r>
              <a:rPr kumimoji="1" lang="ko-KR" altLang="en-US" sz="2400" dirty="0">
                <a:latin typeface="Malgun Gothic"/>
                <a:ea typeface="Malgun Gothic"/>
              </a:rPr>
              <a:t>이주형</a:t>
            </a:r>
            <a:endParaRPr lang="en-US" altLang="ko-KR" sz="2400" dirty="0">
              <a:latin typeface="Malgun Gothic"/>
              <a:ea typeface="Malgun Gothic"/>
            </a:endParaRPr>
          </a:p>
          <a:p>
            <a:pPr algn="ctr"/>
            <a:r>
              <a:rPr kumimoji="1" lang="en-US" altLang="ko-KR" sz="2400" dirty="0">
                <a:latin typeface="Malgun Gothic"/>
                <a:ea typeface="맑은 고딕"/>
              </a:rPr>
              <a:t>2020182035	</a:t>
            </a:r>
            <a:r>
              <a:rPr kumimoji="1" lang="ko-KR" altLang="en-US" sz="2400" dirty="0" err="1">
                <a:latin typeface="Malgun Gothic"/>
                <a:ea typeface="Malgun Gothic"/>
              </a:rPr>
              <a:t>장하영</a:t>
            </a:r>
            <a:endParaRPr lang="ko-KR" altLang="en-US" sz="2400" dirty="0">
              <a:latin typeface="Malgun Gothic"/>
              <a:ea typeface="Malgun Gothic"/>
            </a:endParaRPr>
          </a:p>
        </p:txBody>
      </p:sp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14E38545-1702-E54E-92E2-91D4CBE9E60E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8C90C9C8-9AD6-A7CB-5BEF-6EEE4F4F71BA}"/>
              </a:ext>
            </a:extLst>
          </p:cNvPr>
          <p:cNvCxnSpPr>
            <a:cxnSpLocks/>
          </p:cNvCxnSpPr>
          <p:nvPr/>
        </p:nvCxnSpPr>
        <p:spPr>
          <a:xfrm>
            <a:off x="0" y="313037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A34CB04-52B3-C596-DFC0-05F1D35687C8}"/>
              </a:ext>
            </a:extLst>
          </p:cNvPr>
          <p:cNvSpPr txBox="1"/>
          <p:nvPr/>
        </p:nvSpPr>
        <p:spPr>
          <a:xfrm>
            <a:off x="447670" y="6175630"/>
            <a:ext cx="278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latin typeface="+mn-ea"/>
              </a:rPr>
              <a:t>지도 교수</a:t>
            </a:r>
            <a:r>
              <a:rPr kumimoji="1" lang="en-US" altLang="ko-KR" dirty="0">
                <a:latin typeface="+mn-ea"/>
              </a:rPr>
              <a:t>:</a:t>
            </a:r>
            <a:r>
              <a:rPr kumimoji="1" lang="ko-KR" altLang="en-US" dirty="0">
                <a:latin typeface="+mn-ea"/>
              </a:rPr>
              <a:t> </a:t>
            </a:r>
            <a:r>
              <a:rPr kumimoji="1" lang="ko-KR" altLang="en-US" dirty="0" err="1">
                <a:latin typeface="+mn-ea"/>
              </a:rPr>
              <a:t>정내훈</a:t>
            </a:r>
            <a:r>
              <a:rPr kumimoji="1" lang="ko-KR" altLang="en-US" dirty="0">
                <a:latin typeface="+mn-ea"/>
              </a:rPr>
              <a:t> 교수님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EDA04E24-7CB4-249D-25F7-FCD6A9955C7B}"/>
              </a:ext>
            </a:extLst>
          </p:cNvPr>
          <p:cNvGrpSpPr/>
          <p:nvPr/>
        </p:nvGrpSpPr>
        <p:grpSpPr>
          <a:xfrm>
            <a:off x="1231039" y="2753849"/>
            <a:ext cx="1602106" cy="584775"/>
            <a:chOff x="800460" y="617517"/>
            <a:chExt cx="1602106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18942B3-FDD4-9FC7-4B5F-F88C99F14073}"/>
                </a:ext>
              </a:extLst>
            </p:cNvPr>
            <p:cNvSpPr txBox="1"/>
            <p:nvPr/>
          </p:nvSpPr>
          <p:spPr>
            <a:xfrm>
              <a:off x="1098811" y="617517"/>
              <a:ext cx="1005403" cy="584775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ctr">
              <a:spAutoFit/>
            </a:bodyPr>
            <a:lstStyle/>
            <a:p>
              <a:pPr algn="ctr"/>
              <a:r>
                <a:rPr kumimoji="1" lang="ko-KR" altLang="en-US" sz="3200" b="1" dirty="0">
                  <a:latin typeface="+mj-ea"/>
                  <a:ea typeface="+mj-ea"/>
                </a:rPr>
                <a:t>목차</a:t>
              </a:r>
              <a:endParaRPr lang="ko-KR"/>
            </a:p>
          </p:txBody>
        </p:sp>
        <p:cxnSp>
          <p:nvCxnSpPr>
            <p:cNvPr id="21" name="직선 연결선[R] 20">
              <a:extLst>
                <a:ext uri="{FF2B5EF4-FFF2-40B4-BE49-F238E27FC236}">
                  <a16:creationId xmlns:a16="http://schemas.microsoft.com/office/drawing/2014/main" id="{0300D93E-94A8-34B4-D458-141CFD334D6C}"/>
                </a:ext>
              </a:extLst>
            </p:cNvPr>
            <p:cNvCxnSpPr>
              <a:cxnSpLocks/>
            </p:cNvCxnSpPr>
            <p:nvPr/>
          </p:nvCxnSpPr>
          <p:spPr>
            <a:xfrm>
              <a:off x="800460" y="1202292"/>
              <a:ext cx="1602106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237EDA2-07D5-5A0E-EE9D-6BC4983581AF}"/>
              </a:ext>
            </a:extLst>
          </p:cNvPr>
          <p:cNvGrpSpPr/>
          <p:nvPr/>
        </p:nvGrpSpPr>
        <p:grpSpPr>
          <a:xfrm>
            <a:off x="4251366" y="1148756"/>
            <a:ext cx="7940634" cy="1369606"/>
            <a:chOff x="4251366" y="1670983"/>
            <a:chExt cx="7940634" cy="1369606"/>
          </a:xfrm>
        </p:grpSpPr>
        <p:cxnSp>
          <p:nvCxnSpPr>
            <p:cNvPr id="15" name="직선 연결선[R] 14">
              <a:extLst>
                <a:ext uri="{FF2B5EF4-FFF2-40B4-BE49-F238E27FC236}">
                  <a16:creationId xmlns:a16="http://schemas.microsoft.com/office/drawing/2014/main" id="{6EE66714-8733-C629-83BB-55CEB0DEF399}"/>
                </a:ext>
              </a:extLst>
            </p:cNvPr>
            <p:cNvCxnSpPr>
              <a:cxnSpLocks/>
            </p:cNvCxnSpPr>
            <p:nvPr/>
          </p:nvCxnSpPr>
          <p:spPr>
            <a:xfrm>
              <a:off x="4251366" y="1670983"/>
              <a:ext cx="7940634" cy="0"/>
            </a:xfrm>
            <a:prstGeom prst="line">
              <a:avLst/>
            </a:prstGeom>
            <a:ln w="28575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DF5C35B-DDA7-E7C4-6467-103DF5E44372}"/>
                </a:ext>
              </a:extLst>
            </p:cNvPr>
            <p:cNvSpPr txBox="1"/>
            <p:nvPr/>
          </p:nvSpPr>
          <p:spPr>
            <a:xfrm>
              <a:off x="4508706" y="1840260"/>
              <a:ext cx="7675441" cy="120032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marL="457200" indent="-457200">
                <a:buAutoNum type="arabicPeriod"/>
              </a:pPr>
              <a:r>
                <a:rPr kumimoji="1" lang="ko-KR" altLang="en-US" sz="2400" dirty="0">
                  <a:latin typeface="+mn-ea"/>
                </a:rPr>
                <a:t>게임 소개</a:t>
              </a:r>
              <a:endParaRPr kumimoji="1" lang="en-US" altLang="ko-KR" sz="2400" dirty="0">
                <a:latin typeface="+mn-ea"/>
              </a:endParaRPr>
            </a:p>
            <a:p>
              <a:pPr marL="457200" indent="-457200">
                <a:buAutoNum type="arabicPeriod"/>
              </a:pPr>
              <a:r>
                <a:rPr kumimoji="1" lang="ko-KR" altLang="en-US" sz="2400" dirty="0">
                  <a:latin typeface="+mn-ea"/>
                </a:rPr>
                <a:t>게임 방법</a:t>
              </a:r>
              <a:endParaRPr kumimoji="1" lang="en-US" altLang="ko-KR" sz="2400" dirty="0">
                <a:latin typeface="+mn-ea"/>
              </a:endParaRPr>
            </a:p>
            <a:p>
              <a:pPr marL="457200" indent="-457200">
                <a:buAutoNum type="arabicPeriod"/>
              </a:pPr>
              <a:r>
                <a:rPr kumimoji="1" lang="ko-KR" altLang="en-US" sz="2400" dirty="0">
                  <a:latin typeface="+mn-ea"/>
                </a:rPr>
                <a:t>타 게임과의 비교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00062BF3-8954-66B4-D703-1A964E055EA0}"/>
              </a:ext>
            </a:extLst>
          </p:cNvPr>
          <p:cNvGrpSpPr/>
          <p:nvPr/>
        </p:nvGrpSpPr>
        <p:grpSpPr>
          <a:xfrm>
            <a:off x="4251366" y="2879970"/>
            <a:ext cx="7940634" cy="1366596"/>
            <a:chOff x="4251366" y="3440459"/>
            <a:chExt cx="7940634" cy="1366596"/>
          </a:xfrm>
        </p:grpSpPr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D9C1BA38-3CD0-AF09-4AE7-754F4EB8485D}"/>
                </a:ext>
              </a:extLst>
            </p:cNvPr>
            <p:cNvCxnSpPr>
              <a:cxnSpLocks/>
            </p:cNvCxnSpPr>
            <p:nvPr/>
          </p:nvCxnSpPr>
          <p:spPr>
            <a:xfrm>
              <a:off x="4251366" y="3440459"/>
              <a:ext cx="7940634" cy="0"/>
            </a:xfrm>
            <a:prstGeom prst="line">
              <a:avLst/>
            </a:prstGeom>
            <a:ln w="28575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C5E3555-C403-6899-E822-2869020C5929}"/>
                </a:ext>
              </a:extLst>
            </p:cNvPr>
            <p:cNvSpPr txBox="1"/>
            <p:nvPr/>
          </p:nvSpPr>
          <p:spPr>
            <a:xfrm>
              <a:off x="4474184" y="3606726"/>
              <a:ext cx="7716300" cy="120032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marL="457200" indent="-457200">
                <a:buFont typeface="+mj-lt"/>
                <a:buAutoNum type="arabicPeriod" startAt="4"/>
              </a:pPr>
              <a:r>
                <a:rPr kumimoji="1" lang="ko-KR" altLang="en-US" sz="2400" dirty="0">
                  <a:latin typeface="+mn-ea"/>
                </a:rPr>
                <a:t>개발 환경</a:t>
              </a:r>
              <a:endParaRPr kumimoji="1" lang="en-US" altLang="ko-KR" sz="2400" dirty="0">
                <a:latin typeface="+mn-ea"/>
              </a:endParaRPr>
            </a:p>
            <a:p>
              <a:pPr marL="457200" indent="-457200">
                <a:buFont typeface="+mj-lt"/>
                <a:buAutoNum type="arabicPeriod" startAt="4"/>
              </a:pPr>
              <a:r>
                <a:rPr kumimoji="1" lang="ko-KR" altLang="en-US" sz="2400" dirty="0">
                  <a:latin typeface="+mn-ea"/>
                </a:rPr>
                <a:t>연구 목적</a:t>
              </a:r>
              <a:endParaRPr kumimoji="1" lang="en-US" altLang="ko-KR" sz="2400" dirty="0">
                <a:latin typeface="+mn-ea"/>
              </a:endParaRPr>
            </a:p>
            <a:p>
              <a:pPr marL="457200" indent="-457200">
                <a:buFont typeface="+mj-lt"/>
                <a:buAutoNum type="arabicPeriod" startAt="4"/>
              </a:pPr>
              <a:r>
                <a:rPr kumimoji="1" lang="ko-KR" altLang="en-US" sz="2400" dirty="0">
                  <a:latin typeface="+mn-ea"/>
                </a:rPr>
                <a:t>기술적 요소 및 중점 연구 분야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39FD65B-B4BD-5B0D-84F2-36F5E2503B82}"/>
              </a:ext>
            </a:extLst>
          </p:cNvPr>
          <p:cNvGrpSpPr/>
          <p:nvPr/>
        </p:nvGrpSpPr>
        <p:grpSpPr>
          <a:xfrm>
            <a:off x="4251366" y="4611184"/>
            <a:ext cx="7941599" cy="1366595"/>
            <a:chOff x="4251366" y="5166489"/>
            <a:chExt cx="7941599" cy="1366595"/>
          </a:xfrm>
        </p:grpSpPr>
        <p:cxnSp>
          <p:nvCxnSpPr>
            <p:cNvPr id="31" name="직선 연결선[R] 30">
              <a:extLst>
                <a:ext uri="{FF2B5EF4-FFF2-40B4-BE49-F238E27FC236}">
                  <a16:creationId xmlns:a16="http://schemas.microsoft.com/office/drawing/2014/main" id="{3AD02BE1-0880-AEBC-C5E6-7F7C0410F53B}"/>
                </a:ext>
              </a:extLst>
            </p:cNvPr>
            <p:cNvCxnSpPr>
              <a:cxnSpLocks/>
            </p:cNvCxnSpPr>
            <p:nvPr/>
          </p:nvCxnSpPr>
          <p:spPr>
            <a:xfrm>
              <a:off x="4251366" y="5166489"/>
              <a:ext cx="7940634" cy="0"/>
            </a:xfrm>
            <a:prstGeom prst="line">
              <a:avLst/>
            </a:prstGeom>
            <a:ln w="28575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A0014E3-A7C9-35F1-9D78-840910786FF3}"/>
                </a:ext>
              </a:extLst>
            </p:cNvPr>
            <p:cNvSpPr txBox="1"/>
            <p:nvPr/>
          </p:nvSpPr>
          <p:spPr>
            <a:xfrm>
              <a:off x="4474184" y="5332755"/>
              <a:ext cx="7718781" cy="120032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marL="457200" indent="-457200">
                <a:buFont typeface="+mj-lt"/>
                <a:buAutoNum type="arabicPeriod" startAt="7"/>
              </a:pPr>
              <a:r>
                <a:rPr kumimoji="1" lang="ko-KR" altLang="en-US" sz="2400" dirty="0">
                  <a:latin typeface="+mn-ea"/>
                </a:rPr>
                <a:t>개인별 준비 현황</a:t>
              </a:r>
              <a:endParaRPr kumimoji="1" lang="en-US" altLang="ko-KR" sz="2400" dirty="0">
                <a:latin typeface="+mn-ea"/>
              </a:endParaRPr>
            </a:p>
            <a:p>
              <a:pPr marL="457200" indent="-457200">
                <a:buFont typeface="+mj-lt"/>
                <a:buAutoNum type="arabicPeriod" startAt="7"/>
              </a:pPr>
              <a:r>
                <a:rPr kumimoji="1" lang="ko-KR" altLang="en-US" sz="2400" dirty="0">
                  <a:latin typeface="+mn-ea"/>
                </a:rPr>
                <a:t>개발 일정 및 역할 분담</a:t>
              </a:r>
              <a:endParaRPr kumimoji="1" lang="en-US" altLang="ko-KR" sz="2400" dirty="0">
                <a:latin typeface="+mn-ea"/>
              </a:endParaRPr>
            </a:p>
            <a:p>
              <a:pPr marL="457200" indent="-457200">
                <a:buFont typeface="+mj-lt"/>
                <a:buAutoNum type="arabicPeriod" startAt="7"/>
              </a:pPr>
              <a:r>
                <a:rPr kumimoji="1" lang="en-US" altLang="ko-KR" sz="2400" dirty="0">
                  <a:latin typeface="+mn-ea"/>
                </a:rPr>
                <a:t>Q &amp; 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3251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6FBF6-A74E-F76F-56E7-C79F9FE3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ADBA7BD5-5394-235B-9A4A-3500E80E9BE9}"/>
              </a:ext>
            </a:extLst>
          </p:cNvPr>
          <p:cNvGrpSpPr/>
          <p:nvPr/>
        </p:nvGrpSpPr>
        <p:grpSpPr>
          <a:xfrm>
            <a:off x="0" y="159156"/>
            <a:ext cx="2063706" cy="461665"/>
            <a:chOff x="702760" y="416383"/>
            <a:chExt cx="2063706" cy="46166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AD9BA1-0219-F7B4-321F-D5DBFAF72849}"/>
                </a:ext>
              </a:extLst>
            </p:cNvPr>
            <p:cNvSpPr txBox="1"/>
            <p:nvPr/>
          </p:nvSpPr>
          <p:spPr>
            <a:xfrm>
              <a:off x="874601" y="416383"/>
              <a:ext cx="18918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latin typeface="+mj-ea"/>
                  <a:ea typeface="+mj-ea"/>
                </a:rPr>
                <a:t>1.</a:t>
              </a:r>
              <a:r>
                <a:rPr kumimoji="1" lang="ko-KR" altLang="en-US" sz="2400" b="1" dirty="0">
                  <a:latin typeface="+mj-ea"/>
                  <a:ea typeface="+mj-ea"/>
                </a:rPr>
                <a:t> 게임 소개</a:t>
              </a:r>
            </a:p>
          </p:txBody>
        </p:sp>
        <p:cxnSp>
          <p:nvCxnSpPr>
            <p:cNvPr id="21" name="직선 연결선[R] 20">
              <a:extLst>
                <a:ext uri="{FF2B5EF4-FFF2-40B4-BE49-F238E27FC236}">
                  <a16:creationId xmlns:a16="http://schemas.microsoft.com/office/drawing/2014/main" id="{C78929B6-4C90-335E-4249-7E09CE564D2A}"/>
                </a:ext>
              </a:extLst>
            </p:cNvPr>
            <p:cNvCxnSpPr>
              <a:cxnSpLocks/>
            </p:cNvCxnSpPr>
            <p:nvPr/>
          </p:nvCxnSpPr>
          <p:spPr>
            <a:xfrm>
              <a:off x="702760" y="878048"/>
              <a:ext cx="2063706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EA53888-D3DD-5B85-A63E-9E3E977B2421}"/>
              </a:ext>
            </a:extLst>
          </p:cNvPr>
          <p:cNvGrpSpPr/>
          <p:nvPr/>
        </p:nvGrpSpPr>
        <p:grpSpPr>
          <a:xfrm>
            <a:off x="2063706" y="1581862"/>
            <a:ext cx="8064587" cy="3694276"/>
            <a:chOff x="2223528" y="1431626"/>
            <a:chExt cx="8064587" cy="3694276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6EF17AA-3B8C-274E-6F2F-671BEAFBCDD2}"/>
                </a:ext>
              </a:extLst>
            </p:cNvPr>
            <p:cNvGrpSpPr/>
            <p:nvPr/>
          </p:nvGrpSpPr>
          <p:grpSpPr>
            <a:xfrm>
              <a:off x="2223528" y="1431626"/>
              <a:ext cx="8064587" cy="840967"/>
              <a:chOff x="392234" y="1106586"/>
              <a:chExt cx="8064587" cy="840967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04CB0699-6ACD-13ED-EFA9-7BAF54A040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2234" y="1106586"/>
                <a:ext cx="2424410" cy="8409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EA9E1-9732-D59C-9B46-4ED91CB42CF2}"/>
                  </a:ext>
                </a:extLst>
              </p:cNvPr>
              <p:cNvSpPr txBox="1"/>
              <p:nvPr/>
            </p:nvSpPr>
            <p:spPr>
              <a:xfrm>
                <a:off x="2831563" y="1362778"/>
                <a:ext cx="5625258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>
                <a:spAutoFit/>
              </a:bodyPr>
              <a:lstStyle/>
              <a:p>
                <a:r>
                  <a:rPr kumimoji="1" lang="ko-KR" altLang="en-US" sz="3200" b="1" dirty="0">
                    <a:latin typeface="+mn-ea"/>
                  </a:rPr>
                  <a:t>의 </a:t>
                </a:r>
                <a:r>
                  <a:rPr kumimoji="1" lang="en-US" altLang="ko-KR" sz="3200" b="1" dirty="0">
                    <a:latin typeface="+mn-ea"/>
                  </a:rPr>
                  <a:t>IP</a:t>
                </a:r>
                <a:r>
                  <a:rPr kumimoji="1" lang="ko-KR" altLang="en-US" sz="3200" b="1" dirty="0" err="1">
                    <a:latin typeface="+mn-ea"/>
                  </a:rPr>
                  <a:t>를</a:t>
                </a:r>
                <a:r>
                  <a:rPr kumimoji="1" lang="ko-KR" altLang="en-US" sz="3200" b="1" dirty="0">
                    <a:latin typeface="+mn-ea"/>
                  </a:rPr>
                  <a:t> 이용한 </a:t>
                </a:r>
                <a:r>
                  <a:rPr kumimoji="1" lang="en-US" altLang="ko-KR" sz="3200" b="1" dirty="0">
                    <a:latin typeface="+mn-ea"/>
                  </a:rPr>
                  <a:t>2</a:t>
                </a:r>
                <a:r>
                  <a:rPr kumimoji="1" lang="ko-KR" altLang="en-US" sz="3200" b="1" dirty="0">
                    <a:latin typeface="+mn-ea"/>
                  </a:rPr>
                  <a:t>차 창작 게임</a:t>
                </a: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35D90617-03D1-CB2A-D19B-9458ED047876}"/>
                </a:ext>
              </a:extLst>
            </p:cNvPr>
            <p:cNvGrpSpPr/>
            <p:nvPr/>
          </p:nvGrpSpPr>
          <p:grpSpPr>
            <a:xfrm>
              <a:off x="3265219" y="2962924"/>
              <a:ext cx="5723907" cy="2162978"/>
              <a:chOff x="-368453" y="2502543"/>
              <a:chExt cx="5723907" cy="2162978"/>
            </a:xfrm>
          </p:grpSpPr>
          <p:cxnSp>
            <p:nvCxnSpPr>
              <p:cNvPr id="11" name="직선 연결선[R] 10">
                <a:extLst>
                  <a:ext uri="{FF2B5EF4-FFF2-40B4-BE49-F238E27FC236}">
                    <a16:creationId xmlns:a16="http://schemas.microsoft.com/office/drawing/2014/main" id="{5020CFD3-638F-25D7-750E-C9811CE12B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368453" y="2502543"/>
                <a:ext cx="5723907" cy="0"/>
              </a:xfrm>
              <a:prstGeom prst="line">
                <a:avLst/>
              </a:prstGeom>
              <a:ln w="28575">
                <a:solidFill>
                  <a:srgbClr val="108AF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2F988503-51A1-0FE0-0015-481F61576B4E}"/>
                  </a:ext>
                </a:extLst>
              </p:cNvPr>
              <p:cNvGrpSpPr/>
              <p:nvPr/>
            </p:nvGrpSpPr>
            <p:grpSpPr>
              <a:xfrm>
                <a:off x="106878" y="2629751"/>
                <a:ext cx="5030544" cy="2035770"/>
                <a:chOff x="-71252" y="2647655"/>
                <a:chExt cx="5030544" cy="2035770"/>
              </a:xfrm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D9A487E-05BD-2AFF-5FB9-7C71E9898805}"/>
                    </a:ext>
                  </a:extLst>
                </p:cNvPr>
                <p:cNvSpPr txBox="1"/>
                <p:nvPr/>
              </p:nvSpPr>
              <p:spPr>
                <a:xfrm>
                  <a:off x="-71252" y="2647655"/>
                  <a:ext cx="5030544" cy="400110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ctr">
                  <a:spAutoFit/>
                </a:bodyPr>
                <a:lstStyle/>
                <a:p>
                  <a:r>
                    <a:rPr kumimoji="1" lang="ko-KR" altLang="en-US" sz="2000" dirty="0">
                      <a:latin typeface="+mn-ea"/>
                    </a:rPr>
                    <a:t>장르</a:t>
                  </a:r>
                  <a:r>
                    <a:rPr kumimoji="1" lang="en-US" altLang="ko-KR" sz="2000" dirty="0">
                      <a:latin typeface="+mn-ea"/>
                    </a:rPr>
                    <a:t>			TPS </a:t>
                  </a:r>
                  <a:r>
                    <a:rPr kumimoji="1" lang="ko-KR" altLang="en-US" sz="2000" dirty="0">
                      <a:latin typeface="+mn-ea"/>
                    </a:rPr>
                    <a:t>팀플레이 히어로 슈팅</a:t>
                  </a:r>
                  <a:endParaRPr lang="ko-KR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B8F7D3A-30E5-5BBF-7F67-12ED56CF070F}"/>
                    </a:ext>
                  </a:extLst>
                </p:cNvPr>
                <p:cNvSpPr txBox="1"/>
                <p:nvPr/>
              </p:nvSpPr>
              <p:spPr>
                <a:xfrm>
                  <a:off x="-71252" y="3192875"/>
                  <a:ext cx="3252814" cy="400110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>
                  <a:spAutoFit/>
                </a:bodyPr>
                <a:lstStyle/>
                <a:p>
                  <a:r>
                    <a:rPr kumimoji="1" lang="ko-KR" altLang="en-US" sz="2000" dirty="0">
                      <a:latin typeface="+mn-ea"/>
                    </a:rPr>
                    <a:t>플레이 인원</a:t>
                  </a:r>
                  <a:r>
                    <a:rPr kumimoji="1" lang="en-US" altLang="ko-KR" sz="2000" dirty="0">
                      <a:latin typeface="+mn-ea"/>
                    </a:rPr>
                    <a:t>		2</a:t>
                  </a:r>
                  <a:r>
                    <a:rPr kumimoji="1" lang="ko-KR" altLang="en-US" sz="2000" dirty="0">
                      <a:latin typeface="+mn-ea"/>
                    </a:rPr>
                    <a:t>인 </a:t>
                  </a:r>
                  <a:r>
                    <a:rPr kumimoji="1" lang="en-US" altLang="ko-KR" sz="2000" dirty="0">
                      <a:latin typeface="+mn-ea"/>
                    </a:rPr>
                    <a:t>–</a:t>
                  </a:r>
                  <a:r>
                    <a:rPr kumimoji="1" lang="ko-KR" altLang="en-US" sz="2000" dirty="0">
                      <a:latin typeface="+mn-ea"/>
                    </a:rPr>
                    <a:t> </a:t>
                  </a:r>
                  <a:r>
                    <a:rPr kumimoji="1" lang="en-US" altLang="ko-KR" sz="2000" dirty="0">
                      <a:latin typeface="+mn-ea"/>
                    </a:rPr>
                    <a:t>10</a:t>
                  </a:r>
                  <a:r>
                    <a:rPr kumimoji="1" lang="ko-KR" altLang="en-US" sz="2000" dirty="0">
                      <a:latin typeface="+mn-ea"/>
                    </a:rPr>
                    <a:t>인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2FB9F0A-5156-2F15-005E-E9C2369F63DB}"/>
                    </a:ext>
                  </a:extLst>
                </p:cNvPr>
                <p:cNvSpPr txBox="1"/>
                <p:nvPr/>
              </p:nvSpPr>
              <p:spPr>
                <a:xfrm>
                  <a:off x="-71252" y="3738095"/>
                  <a:ext cx="3393878" cy="400110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ctr">
                  <a:spAutoFit/>
                </a:bodyPr>
                <a:lstStyle/>
                <a:p>
                  <a:r>
                    <a:rPr kumimoji="1" lang="ko-KR" altLang="en-US" sz="2000" dirty="0">
                      <a:latin typeface="+mn-ea"/>
                    </a:rPr>
                    <a:t>플레이 시간</a:t>
                  </a:r>
                  <a:r>
                    <a:rPr kumimoji="1" lang="en-US" altLang="ko-KR" sz="2000" dirty="0">
                      <a:latin typeface="+mn-ea"/>
                    </a:rPr>
                    <a:t>		10</a:t>
                  </a:r>
                  <a:r>
                    <a:rPr kumimoji="1" lang="ko-KR" altLang="en-US" sz="2000" dirty="0">
                      <a:latin typeface="+mn-ea"/>
                    </a:rPr>
                    <a:t>분 </a:t>
                  </a:r>
                  <a:r>
                    <a:rPr kumimoji="1" lang="en-US" altLang="ko-KR" sz="2000" dirty="0">
                      <a:latin typeface="+mn-ea"/>
                    </a:rPr>
                    <a:t>–</a:t>
                  </a:r>
                  <a:r>
                    <a:rPr kumimoji="1" lang="ko-KR" altLang="en-US" sz="2000" dirty="0">
                      <a:latin typeface="+mn-ea"/>
                    </a:rPr>
                    <a:t> </a:t>
                  </a:r>
                  <a:r>
                    <a:rPr kumimoji="1" lang="en-US" altLang="ko-KR" sz="2000" dirty="0">
                      <a:latin typeface="+mn-ea"/>
                    </a:rPr>
                    <a:t>18</a:t>
                  </a:r>
                  <a:r>
                    <a:rPr kumimoji="1" lang="ko-KR" altLang="en-US" sz="2000" dirty="0">
                      <a:latin typeface="+mn-ea"/>
                    </a:rPr>
                    <a:t>분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6F5D6A6-EA73-4721-8763-4C20FD707727}"/>
                    </a:ext>
                  </a:extLst>
                </p:cNvPr>
                <p:cNvSpPr txBox="1"/>
                <p:nvPr/>
              </p:nvSpPr>
              <p:spPr>
                <a:xfrm>
                  <a:off x="-71252" y="4283315"/>
                  <a:ext cx="4461478" cy="400110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ctr">
                  <a:spAutoFit/>
                </a:bodyPr>
                <a:lstStyle/>
                <a:p>
                  <a:r>
                    <a:rPr kumimoji="1" lang="ko-KR" altLang="en-US" sz="2000" dirty="0">
                      <a:latin typeface="+mn-ea"/>
                    </a:rPr>
                    <a:t>대상 플랫폼</a:t>
                  </a:r>
                  <a:r>
                    <a:rPr kumimoji="1" lang="en-US" altLang="ko-KR" sz="2000" dirty="0">
                      <a:latin typeface="+mn-ea"/>
                    </a:rPr>
                    <a:t>		Windows</a:t>
                  </a:r>
                  <a:r>
                    <a:rPr kumimoji="1" lang="en-US" altLang="ko-KR" sz="2000" baseline="30000" dirty="0">
                      <a:latin typeface="+mn-ea"/>
                    </a:rPr>
                    <a:t>[1]</a:t>
                  </a:r>
                  <a:r>
                    <a:rPr kumimoji="1" lang="en-US" altLang="ko-KR" sz="2000" dirty="0">
                      <a:latin typeface="+mn-ea"/>
                    </a:rPr>
                    <a:t>, macOS</a:t>
                  </a:r>
                  <a:r>
                    <a:rPr kumimoji="1" lang="en-US" altLang="ko-KR" sz="2000" baseline="30000" dirty="0">
                      <a:latin typeface="+mn-ea"/>
                    </a:rPr>
                    <a:t>[2]</a:t>
                  </a:r>
                  <a:endParaRPr kumimoji="1" lang="ko-KR" altLang="en-US" sz="2000" dirty="0">
                    <a:latin typeface="+mn-ea"/>
                  </a:endParaRPr>
                </a:p>
              </p:txBody>
            </p:sp>
          </p:grpSp>
        </p:grpSp>
      </p:grpSp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2A1D13DB-27ED-D857-2CA8-0ED0CD61FA2F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0ADCEE2-8FB1-1577-E57B-8FF9F0196EA0}"/>
              </a:ext>
            </a:extLst>
          </p:cNvPr>
          <p:cNvSpPr txBox="1"/>
          <p:nvPr/>
        </p:nvSpPr>
        <p:spPr>
          <a:xfrm>
            <a:off x="11883902" y="6550223"/>
            <a:ext cx="308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+mn-ea"/>
              </a:rPr>
              <a:t>1</a:t>
            </a:r>
            <a:endParaRPr kumimoji="1"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64943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29377-DD2F-8888-AEFE-B7E3295E4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11080828-1722-9E4D-E1E7-31969C9D27A5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33AFFB3-8BB6-041B-EBBF-7C765175D3AB}"/>
              </a:ext>
            </a:extLst>
          </p:cNvPr>
          <p:cNvGrpSpPr/>
          <p:nvPr/>
        </p:nvGrpSpPr>
        <p:grpSpPr>
          <a:xfrm>
            <a:off x="5331328" y="1712049"/>
            <a:ext cx="6860672" cy="965529"/>
            <a:chOff x="5331328" y="826038"/>
            <a:chExt cx="6860672" cy="965529"/>
          </a:xfrm>
        </p:grpSpPr>
        <p:cxnSp>
          <p:nvCxnSpPr>
            <p:cNvPr id="35" name="직선 연결선[R] 34">
              <a:extLst>
                <a:ext uri="{FF2B5EF4-FFF2-40B4-BE49-F238E27FC236}">
                  <a16:creationId xmlns:a16="http://schemas.microsoft.com/office/drawing/2014/main" id="{61C54E26-27F6-B87E-294A-1964CF539B5A}"/>
                </a:ext>
              </a:extLst>
            </p:cNvPr>
            <p:cNvCxnSpPr>
              <a:cxnSpLocks/>
            </p:cNvCxnSpPr>
            <p:nvPr/>
          </p:nvCxnSpPr>
          <p:spPr>
            <a:xfrm>
              <a:off x="5331328" y="1322420"/>
              <a:ext cx="6860672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1356ECD-6BD9-089A-9290-B1AEDF3EC9A1}"/>
                </a:ext>
              </a:extLst>
            </p:cNvPr>
            <p:cNvSpPr txBox="1"/>
            <p:nvPr/>
          </p:nvSpPr>
          <p:spPr>
            <a:xfrm>
              <a:off x="5331328" y="826038"/>
              <a:ext cx="64684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2400" dirty="0" err="1">
                  <a:latin typeface="+mj-ea"/>
                  <a:ea typeface="+mj-ea"/>
                </a:rPr>
                <a:t>키보토스에서</a:t>
              </a:r>
              <a:r>
                <a:rPr kumimoji="1" lang="ko-KR" altLang="en-US" sz="2400" dirty="0">
                  <a:latin typeface="+mj-ea"/>
                  <a:ea typeface="+mj-ea"/>
                </a:rPr>
                <a:t> 벌어지는 다양한 사건들을 해결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54A9CC4-A392-0447-CDAB-3A9F5E69A5F4}"/>
                </a:ext>
              </a:extLst>
            </p:cNvPr>
            <p:cNvSpPr txBox="1"/>
            <p:nvPr/>
          </p:nvSpPr>
          <p:spPr>
            <a:xfrm>
              <a:off x="7966665" y="1422235"/>
              <a:ext cx="38331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1" lang="ko-KR" altLang="en-US" dirty="0"/>
                <a:t>학생들을 이끌어 </a:t>
              </a:r>
              <a:r>
                <a:rPr kumimoji="1" lang="ko-KR" altLang="en-US" b="1" dirty="0"/>
                <a:t>주어진 임무를 수행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BB30ACB-985D-2D79-535B-6E7579C1AFB3}"/>
              </a:ext>
            </a:extLst>
          </p:cNvPr>
          <p:cNvGrpSpPr/>
          <p:nvPr/>
        </p:nvGrpSpPr>
        <p:grpSpPr>
          <a:xfrm>
            <a:off x="5331328" y="3280756"/>
            <a:ext cx="6860672" cy="838343"/>
            <a:chOff x="5331328" y="2262223"/>
            <a:chExt cx="6860672" cy="838343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9C15643-F37D-0195-4539-E72F0F1F3F72}"/>
                </a:ext>
              </a:extLst>
            </p:cNvPr>
            <p:cNvSpPr txBox="1"/>
            <p:nvPr/>
          </p:nvSpPr>
          <p:spPr>
            <a:xfrm>
              <a:off x="5331969" y="2262223"/>
              <a:ext cx="44358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400" dirty="0"/>
                <a:t>학생이 가진 </a:t>
              </a:r>
              <a:r>
                <a:rPr kumimoji="1" lang="ko-KR" altLang="en-US" sz="2400" b="1" dirty="0"/>
                <a:t>총기</a:t>
              </a:r>
              <a:r>
                <a:rPr kumimoji="1" lang="ko-KR" altLang="en-US" sz="2400" dirty="0"/>
                <a:t>와 </a:t>
              </a:r>
              <a:r>
                <a:rPr kumimoji="1" lang="ko-KR" altLang="en-US" sz="2400" b="1" dirty="0"/>
                <a:t>스킬</a:t>
              </a:r>
              <a:r>
                <a:rPr kumimoji="1" lang="ko-KR" altLang="en-US" sz="2400" dirty="0"/>
                <a:t>을 사용</a:t>
              </a:r>
            </a:p>
          </p:txBody>
        </p:sp>
        <p:cxnSp>
          <p:nvCxnSpPr>
            <p:cNvPr id="46" name="직선 연결선[R] 45">
              <a:extLst>
                <a:ext uri="{FF2B5EF4-FFF2-40B4-BE49-F238E27FC236}">
                  <a16:creationId xmlns:a16="http://schemas.microsoft.com/office/drawing/2014/main" id="{F2561EED-2DDE-B820-6514-C9C79EA6010C}"/>
                </a:ext>
              </a:extLst>
            </p:cNvPr>
            <p:cNvCxnSpPr>
              <a:cxnSpLocks/>
            </p:cNvCxnSpPr>
            <p:nvPr/>
          </p:nvCxnSpPr>
          <p:spPr>
            <a:xfrm>
              <a:off x="5331328" y="2701212"/>
              <a:ext cx="6860672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2CA5ABE-D272-E8EF-3D04-C78F0BA1754C}"/>
                </a:ext>
              </a:extLst>
            </p:cNvPr>
            <p:cNvSpPr txBox="1"/>
            <p:nvPr/>
          </p:nvSpPr>
          <p:spPr>
            <a:xfrm>
              <a:off x="7735833" y="2731234"/>
              <a:ext cx="4110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학생마다 고유 무기와 고유 스킬을 가짐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7F6BF0F-49BB-DE2E-EE82-832F8F3E26D7}"/>
              </a:ext>
            </a:extLst>
          </p:cNvPr>
          <p:cNvGrpSpPr/>
          <p:nvPr/>
        </p:nvGrpSpPr>
        <p:grpSpPr>
          <a:xfrm>
            <a:off x="5331328" y="4724317"/>
            <a:ext cx="6860672" cy="902008"/>
            <a:chOff x="5331328" y="3796212"/>
            <a:chExt cx="6860672" cy="9020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066F6F-7096-FFF8-B146-057457787636}"/>
                </a:ext>
              </a:extLst>
            </p:cNvPr>
            <p:cNvSpPr txBox="1"/>
            <p:nvPr/>
          </p:nvSpPr>
          <p:spPr>
            <a:xfrm>
              <a:off x="5331969" y="3796212"/>
              <a:ext cx="37577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400" dirty="0"/>
                <a:t>개성 넘치는 다양한 학생들</a:t>
              </a:r>
            </a:p>
          </p:txBody>
        </p:sp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759A76B5-D0D5-5FC3-2513-72D16F55CDFD}"/>
                </a:ext>
              </a:extLst>
            </p:cNvPr>
            <p:cNvCxnSpPr>
              <a:cxnSpLocks/>
            </p:cNvCxnSpPr>
            <p:nvPr/>
          </p:nvCxnSpPr>
          <p:spPr>
            <a:xfrm>
              <a:off x="5331328" y="4235201"/>
              <a:ext cx="6860672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E9255E06-63E2-D26D-8924-CFB73C64D4A6}"/>
                </a:ext>
              </a:extLst>
            </p:cNvPr>
            <p:cNvGrpSpPr/>
            <p:nvPr/>
          </p:nvGrpSpPr>
          <p:grpSpPr>
            <a:xfrm>
              <a:off x="6436675" y="4212526"/>
              <a:ext cx="5534116" cy="485694"/>
              <a:chOff x="6596004" y="4255014"/>
              <a:chExt cx="5534116" cy="485694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6C9490-CA54-6D96-49C3-C72ADE8E6724}"/>
                  </a:ext>
                </a:extLst>
              </p:cNvPr>
              <p:cNvSpPr txBox="1"/>
              <p:nvPr/>
            </p:nvSpPr>
            <p:spPr>
              <a:xfrm>
                <a:off x="7803294" y="4371376"/>
                <a:ext cx="43268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 err="1"/>
                  <a:t>에</a:t>
                </a:r>
                <a:r>
                  <a:rPr kumimoji="1" lang="ko-KR" altLang="en-US" dirty="0"/>
                  <a:t> 등장하는 </a:t>
                </a:r>
                <a:r>
                  <a:rPr kumimoji="1" lang="ko-KR" altLang="en-US" b="1" dirty="0"/>
                  <a:t>학생들 중 최소 </a:t>
                </a:r>
                <a:r>
                  <a:rPr kumimoji="1" lang="en-US" altLang="ko-KR" b="1" dirty="0"/>
                  <a:t>5</a:t>
                </a:r>
                <a:r>
                  <a:rPr kumimoji="1" lang="ko-KR" altLang="en-US" b="1" dirty="0"/>
                  <a:t>명 이상 구현</a:t>
                </a:r>
              </a:p>
            </p:txBody>
          </p:sp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8AA034DF-6AEA-1D3E-1623-EA7345F15F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96004" y="4255014"/>
                <a:ext cx="1229689" cy="4265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6781143-BD25-CAE9-3AEB-939247B34F7E}"/>
              </a:ext>
            </a:extLst>
          </p:cNvPr>
          <p:cNvGrpSpPr/>
          <p:nvPr/>
        </p:nvGrpSpPr>
        <p:grpSpPr>
          <a:xfrm>
            <a:off x="-87488" y="2357740"/>
            <a:ext cx="5418495" cy="2753083"/>
            <a:chOff x="-87487" y="2344717"/>
            <a:chExt cx="5418495" cy="275308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34B8E4C-B7B3-80AA-4570-DF67E3996B34}"/>
                </a:ext>
              </a:extLst>
            </p:cNvPr>
            <p:cNvGrpSpPr/>
            <p:nvPr/>
          </p:nvGrpSpPr>
          <p:grpSpPr>
            <a:xfrm>
              <a:off x="860518" y="2414671"/>
              <a:ext cx="4470490" cy="2683129"/>
              <a:chOff x="860518" y="2414671"/>
              <a:chExt cx="4470490" cy="2683129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2FE34425-40A6-41B8-5DD3-8A27FB268D0C}"/>
                  </a:ext>
                </a:extLst>
              </p:cNvPr>
              <p:cNvGrpSpPr/>
              <p:nvPr/>
            </p:nvGrpSpPr>
            <p:grpSpPr>
              <a:xfrm>
                <a:off x="860518" y="2414671"/>
                <a:ext cx="4470490" cy="2442172"/>
                <a:chOff x="741067" y="1765774"/>
                <a:chExt cx="5410782" cy="2955841"/>
              </a:xfrm>
            </p:grpSpPr>
            <p:pic>
              <p:nvPicPr>
                <p:cNvPr id="1026" name="Picture 2">
                  <a:extLst>
                    <a:ext uri="{FF2B5EF4-FFF2-40B4-BE49-F238E27FC236}">
                      <a16:creationId xmlns:a16="http://schemas.microsoft.com/office/drawing/2014/main" id="{857357A2-3DF8-26C5-756B-CEC6D95278B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1067" y="1841615"/>
                  <a:ext cx="2275975" cy="28782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28" name="Picture 4">
                  <a:extLst>
                    <a:ext uri="{FF2B5EF4-FFF2-40B4-BE49-F238E27FC236}">
                      <a16:creationId xmlns:a16="http://schemas.microsoft.com/office/drawing/2014/main" id="{34929031-F38F-5F4E-77FA-4661BC9AB37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41489" y="1841615"/>
                  <a:ext cx="2331275" cy="28782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32" name="Picture 8">
                  <a:extLst>
                    <a:ext uri="{FF2B5EF4-FFF2-40B4-BE49-F238E27FC236}">
                      <a16:creationId xmlns:a16="http://schemas.microsoft.com/office/drawing/2014/main" id="{47216F96-325E-1A40-4860-C397DB3AC2B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15849" y="1841615"/>
                  <a:ext cx="2236000" cy="2880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30" name="Picture 6">
                  <a:extLst>
                    <a:ext uri="{FF2B5EF4-FFF2-40B4-BE49-F238E27FC236}">
                      <a16:creationId xmlns:a16="http://schemas.microsoft.com/office/drawing/2014/main" id="{7A375EFC-BECB-833D-BA87-1026C8F72F7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68130" y="1765774"/>
                  <a:ext cx="2298667" cy="2880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35162F-6BCD-44D5-B24C-1E3B45EFF4DD}"/>
                  </a:ext>
                </a:extLst>
              </p:cNvPr>
              <p:cNvSpPr txBox="1"/>
              <p:nvPr/>
            </p:nvSpPr>
            <p:spPr>
              <a:xfrm>
                <a:off x="1871964" y="4790023"/>
                <a:ext cx="1731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1400" dirty="0"/>
                  <a:t>초기 구현 학생 목록</a:t>
                </a:r>
              </a:p>
            </p:txBody>
          </p:sp>
        </p:grpSp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7ECEB587-1939-257F-6031-9F5DBD3DA4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7487" y="2344717"/>
              <a:ext cx="1975289" cy="237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76C0900-6595-4DA9-8CFB-46A6D54346F5}"/>
              </a:ext>
            </a:extLst>
          </p:cNvPr>
          <p:cNvGrpSpPr/>
          <p:nvPr/>
        </p:nvGrpSpPr>
        <p:grpSpPr>
          <a:xfrm>
            <a:off x="0" y="159156"/>
            <a:ext cx="2063706" cy="461665"/>
            <a:chOff x="702760" y="416383"/>
            <a:chExt cx="2063706" cy="46166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A80EAFF-C318-6C0A-170B-C08C42B45750}"/>
                </a:ext>
              </a:extLst>
            </p:cNvPr>
            <p:cNvSpPr txBox="1"/>
            <p:nvPr/>
          </p:nvSpPr>
          <p:spPr>
            <a:xfrm>
              <a:off x="874601" y="416383"/>
              <a:ext cx="18918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latin typeface="+mj-ea"/>
                  <a:ea typeface="+mj-ea"/>
                </a:rPr>
                <a:t>1.</a:t>
              </a:r>
              <a:r>
                <a:rPr kumimoji="1" lang="ko-KR" altLang="en-US" sz="2400" b="1" dirty="0">
                  <a:latin typeface="+mj-ea"/>
                  <a:ea typeface="+mj-ea"/>
                </a:rPr>
                <a:t> 게임 소개</a:t>
              </a:r>
            </a:p>
          </p:txBody>
        </p:sp>
        <p:cxnSp>
          <p:nvCxnSpPr>
            <p:cNvPr id="31" name="직선 연결선[R] 30">
              <a:extLst>
                <a:ext uri="{FF2B5EF4-FFF2-40B4-BE49-F238E27FC236}">
                  <a16:creationId xmlns:a16="http://schemas.microsoft.com/office/drawing/2014/main" id="{6BB2BC85-6348-13BF-4A8D-B7174E5A8536}"/>
                </a:ext>
              </a:extLst>
            </p:cNvPr>
            <p:cNvCxnSpPr>
              <a:cxnSpLocks/>
            </p:cNvCxnSpPr>
            <p:nvPr/>
          </p:nvCxnSpPr>
          <p:spPr>
            <a:xfrm>
              <a:off x="702760" y="878048"/>
              <a:ext cx="2063706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07E6B2E-1EED-912D-BB23-C7D0965CB3DB}"/>
              </a:ext>
            </a:extLst>
          </p:cNvPr>
          <p:cNvSpPr txBox="1"/>
          <p:nvPr/>
        </p:nvSpPr>
        <p:spPr>
          <a:xfrm>
            <a:off x="11883902" y="6550223"/>
            <a:ext cx="308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+mn-ea"/>
              </a:rPr>
              <a:t>2</a:t>
            </a:r>
            <a:endParaRPr kumimoji="1"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81181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1AC2E-1A9F-08E6-60F0-D8EB34273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6A0FF525-8BB3-BAF8-E3AC-76DAABCDA52A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23293A3-7E5D-C613-A7DC-5EA8AECCB28B}"/>
              </a:ext>
            </a:extLst>
          </p:cNvPr>
          <p:cNvSpPr txBox="1"/>
          <p:nvPr/>
        </p:nvSpPr>
        <p:spPr>
          <a:xfrm>
            <a:off x="4670472" y="5287320"/>
            <a:ext cx="2963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dirty="0">
                <a:latin typeface="+mn-ea"/>
              </a:rPr>
              <a:t>게임 월드 </a:t>
            </a:r>
            <a:r>
              <a:rPr kumimoji="1" lang="en-US" altLang="ko-KR" dirty="0">
                <a:latin typeface="+mn-ea"/>
              </a:rPr>
              <a:t>1m = 100pixel</a:t>
            </a:r>
            <a:r>
              <a:rPr kumimoji="1" lang="en-US" altLang="ko-KR" baseline="30000" dirty="0">
                <a:latin typeface="+mn-ea"/>
              </a:rPr>
              <a:t>[3]</a:t>
            </a:r>
            <a:endParaRPr kumimoji="1" lang="en-US" altLang="ko-KR" dirty="0">
              <a:latin typeface="+mn-ea"/>
            </a:endParaRPr>
          </a:p>
          <a:p>
            <a:pPr algn="ctr"/>
            <a:r>
              <a:rPr kumimoji="1" lang="ko-KR" altLang="en-US" dirty="0">
                <a:latin typeface="+mn-ea"/>
              </a:rPr>
              <a:t>평균 이동 속도 </a:t>
            </a:r>
            <a:r>
              <a:rPr kumimoji="1" lang="en-US" altLang="ko-KR" dirty="0">
                <a:latin typeface="+mn-ea"/>
              </a:rPr>
              <a:t>=</a:t>
            </a:r>
            <a:r>
              <a:rPr kumimoji="1" lang="ko-KR" altLang="en-US" dirty="0">
                <a:latin typeface="+mn-ea"/>
              </a:rPr>
              <a:t> </a:t>
            </a:r>
            <a:r>
              <a:rPr kumimoji="1" lang="en-US" altLang="ko-KR">
                <a:latin typeface="+mn-ea"/>
              </a:rPr>
              <a:t>5.5m</a:t>
            </a:r>
            <a:r>
              <a:rPr kumimoji="1" lang="en-US" altLang="ko-KR" dirty="0">
                <a:latin typeface="+mn-ea"/>
              </a:rPr>
              <a:t>/s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D150A80-F4F5-F567-1C2D-4B2A5E597708}"/>
              </a:ext>
            </a:extLst>
          </p:cNvPr>
          <p:cNvGrpSpPr/>
          <p:nvPr/>
        </p:nvGrpSpPr>
        <p:grpSpPr>
          <a:xfrm>
            <a:off x="1326926" y="924349"/>
            <a:ext cx="9587370" cy="4573475"/>
            <a:chOff x="1326926" y="924349"/>
            <a:chExt cx="9587370" cy="457347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887631B-8338-CA38-7ECC-ACED0BD84013}"/>
                </a:ext>
              </a:extLst>
            </p:cNvPr>
            <p:cNvGrpSpPr/>
            <p:nvPr/>
          </p:nvGrpSpPr>
          <p:grpSpPr>
            <a:xfrm>
              <a:off x="4519563" y="924349"/>
              <a:ext cx="3152873" cy="4362971"/>
              <a:chOff x="4519563" y="924349"/>
              <a:chExt cx="3152873" cy="4362971"/>
            </a:xfrm>
          </p:grpSpPr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4ED33386-B546-DF66-CC16-F3288B1DB82E}"/>
                  </a:ext>
                </a:extLst>
              </p:cNvPr>
              <p:cNvSpPr/>
              <p:nvPr/>
            </p:nvSpPr>
            <p:spPr>
              <a:xfrm>
                <a:off x="5471407" y="4010128"/>
                <a:ext cx="1340104" cy="86569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AF2A0778-96A5-BFE8-724E-4D22BADCD1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19563" y="924349"/>
                <a:ext cx="3152873" cy="3993639"/>
              </a:xfrm>
              <a:prstGeom prst="rect">
                <a:avLst/>
              </a:prstGeom>
            </p:spPr>
          </p:pic>
          <p:cxnSp>
            <p:nvCxnSpPr>
              <p:cNvPr id="4" name="직선 화살표 연결선 3">
                <a:extLst>
                  <a:ext uri="{FF2B5EF4-FFF2-40B4-BE49-F238E27FC236}">
                    <a16:creationId xmlns:a16="http://schemas.microsoft.com/office/drawing/2014/main" id="{F347F1E5-F60C-2E34-2B82-91A23A4C6798}"/>
                  </a:ext>
                </a:extLst>
              </p:cNvPr>
              <p:cNvCxnSpPr/>
              <p:nvPr/>
            </p:nvCxnSpPr>
            <p:spPr>
              <a:xfrm>
                <a:off x="5243958" y="4917988"/>
                <a:ext cx="178129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직선 화살표 연결선 4">
                <a:extLst>
                  <a:ext uri="{FF2B5EF4-FFF2-40B4-BE49-F238E27FC236}">
                    <a16:creationId xmlns:a16="http://schemas.microsoft.com/office/drawing/2014/main" id="{63932572-D64F-EEB9-853A-FBE6EEB5ED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25257" y="3767286"/>
                <a:ext cx="0" cy="115070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C3CFC51-B6CF-D304-C834-578ED8CF2BB6}"/>
                  </a:ext>
                </a:extLst>
              </p:cNvPr>
              <p:cNvSpPr txBox="1"/>
              <p:nvPr/>
            </p:nvSpPr>
            <p:spPr>
              <a:xfrm>
                <a:off x="5899815" y="4917988"/>
                <a:ext cx="5052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/>
                  <a:t>1m</a:t>
                </a:r>
                <a:endParaRPr kumimoji="1" lang="ko-KR" altLang="en-US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E220B28-F29B-2333-F97A-15C581ECEEE9}"/>
                  </a:ext>
                </a:extLst>
              </p:cNvPr>
              <p:cNvSpPr txBox="1"/>
              <p:nvPr/>
            </p:nvSpPr>
            <p:spPr>
              <a:xfrm>
                <a:off x="7090841" y="4157971"/>
                <a:ext cx="5052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/>
                  <a:t>1m</a:t>
                </a:r>
                <a:endParaRPr kumimoji="1" lang="ko-KR" altLang="en-US" dirty="0"/>
              </a:p>
            </p:txBody>
          </p:sp>
        </p:grpSp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AF3F75FD-F470-3BCB-9299-A0C6DE55167B}"/>
                </a:ext>
              </a:extLst>
            </p:cNvPr>
            <p:cNvSpPr/>
            <p:nvPr/>
          </p:nvSpPr>
          <p:spPr>
            <a:xfrm>
              <a:off x="1326927" y="1404722"/>
              <a:ext cx="1569027" cy="467562"/>
            </a:xfrm>
            <a:prstGeom prst="roundRect">
              <a:avLst/>
            </a:prstGeom>
            <a:noFill/>
            <a:ln>
              <a:solidFill>
                <a:srgbClr val="108A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>
                  <a:solidFill>
                    <a:schemeClr val="tx1"/>
                  </a:solidFill>
                  <a:latin typeface="+mn-ea"/>
                </a:rPr>
                <a:t>체력</a:t>
              </a:r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143918BE-6596-9FF3-18C0-BC925E0ED161}"/>
                </a:ext>
              </a:extLst>
            </p:cNvPr>
            <p:cNvSpPr/>
            <p:nvPr/>
          </p:nvSpPr>
          <p:spPr>
            <a:xfrm>
              <a:off x="1326926" y="2310540"/>
              <a:ext cx="1569027" cy="467562"/>
            </a:xfrm>
            <a:prstGeom prst="roundRect">
              <a:avLst/>
            </a:prstGeom>
            <a:noFill/>
            <a:ln>
              <a:solidFill>
                <a:srgbClr val="108A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>
                  <a:solidFill>
                    <a:schemeClr val="tx1"/>
                  </a:solidFill>
                  <a:latin typeface="+mn-ea"/>
                </a:rPr>
                <a:t>방어력</a:t>
              </a:r>
            </a:p>
          </p:txBody>
        </p:sp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742F15CE-266C-0999-D39F-EF7CF759564B}"/>
                </a:ext>
              </a:extLst>
            </p:cNvPr>
            <p:cNvSpPr/>
            <p:nvPr/>
          </p:nvSpPr>
          <p:spPr>
            <a:xfrm>
              <a:off x="1326926" y="3215896"/>
              <a:ext cx="1569027" cy="467562"/>
            </a:xfrm>
            <a:prstGeom prst="roundRect">
              <a:avLst/>
            </a:prstGeom>
            <a:noFill/>
            <a:ln>
              <a:solidFill>
                <a:srgbClr val="108A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>
                  <a:solidFill>
                    <a:schemeClr val="tx1"/>
                  </a:solidFill>
                  <a:latin typeface="+mn-ea"/>
                </a:rPr>
                <a:t>명중 수치</a:t>
              </a:r>
            </a:p>
          </p:txBody>
        </p:sp>
        <p:sp>
          <p:nvSpPr>
            <p:cNvPr id="21" name="모서리가 둥근 직사각형 20">
              <a:extLst>
                <a:ext uri="{FF2B5EF4-FFF2-40B4-BE49-F238E27FC236}">
                  <a16:creationId xmlns:a16="http://schemas.microsoft.com/office/drawing/2014/main" id="{1604F778-3FEB-F1AE-7DE1-04F6DEA73BC5}"/>
                </a:ext>
              </a:extLst>
            </p:cNvPr>
            <p:cNvSpPr/>
            <p:nvPr/>
          </p:nvSpPr>
          <p:spPr>
            <a:xfrm>
              <a:off x="1326926" y="4121252"/>
              <a:ext cx="1569027" cy="467562"/>
            </a:xfrm>
            <a:prstGeom prst="roundRect">
              <a:avLst/>
            </a:prstGeom>
            <a:noFill/>
            <a:ln>
              <a:solidFill>
                <a:srgbClr val="108A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>
                  <a:solidFill>
                    <a:schemeClr val="tx1"/>
                  </a:solidFill>
                  <a:latin typeface="+mn-ea"/>
                </a:rPr>
                <a:t>치명 수치</a:t>
              </a:r>
            </a:p>
          </p:txBody>
        </p:sp>
        <p:sp>
          <p:nvSpPr>
            <p:cNvPr id="23" name="모서리가 둥근 직사각형 22">
              <a:extLst>
                <a:ext uri="{FF2B5EF4-FFF2-40B4-BE49-F238E27FC236}">
                  <a16:creationId xmlns:a16="http://schemas.microsoft.com/office/drawing/2014/main" id="{8B5582F2-8CAB-1AC2-7B89-7466CC299177}"/>
                </a:ext>
              </a:extLst>
            </p:cNvPr>
            <p:cNvSpPr/>
            <p:nvPr/>
          </p:nvSpPr>
          <p:spPr>
            <a:xfrm>
              <a:off x="9296043" y="1404722"/>
              <a:ext cx="1569027" cy="467562"/>
            </a:xfrm>
            <a:prstGeom prst="roundRect">
              <a:avLst/>
            </a:prstGeom>
            <a:noFill/>
            <a:ln>
              <a:solidFill>
                <a:srgbClr val="108A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>
                  <a:solidFill>
                    <a:schemeClr val="tx1"/>
                  </a:solidFill>
                  <a:latin typeface="+mn-ea"/>
                </a:rPr>
                <a:t>공격력</a:t>
              </a:r>
            </a:p>
          </p:txBody>
        </p:sp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0E1BF7DF-E958-E817-DF58-DDA38450252E}"/>
                </a:ext>
              </a:extLst>
            </p:cNvPr>
            <p:cNvSpPr/>
            <p:nvPr/>
          </p:nvSpPr>
          <p:spPr>
            <a:xfrm>
              <a:off x="9296043" y="2310309"/>
              <a:ext cx="1569027" cy="467562"/>
            </a:xfrm>
            <a:prstGeom prst="roundRect">
              <a:avLst/>
            </a:prstGeom>
            <a:noFill/>
            <a:ln>
              <a:solidFill>
                <a:srgbClr val="108A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>
                  <a:solidFill>
                    <a:schemeClr val="tx1"/>
                  </a:solidFill>
                  <a:latin typeface="+mn-ea"/>
                </a:rPr>
                <a:t>치유력</a:t>
              </a:r>
            </a:p>
          </p:txBody>
        </p:sp>
        <p:sp>
          <p:nvSpPr>
            <p:cNvPr id="26" name="모서리가 둥근 직사각형 25">
              <a:extLst>
                <a:ext uri="{FF2B5EF4-FFF2-40B4-BE49-F238E27FC236}">
                  <a16:creationId xmlns:a16="http://schemas.microsoft.com/office/drawing/2014/main" id="{30324452-5CEC-2F7E-5F74-5B26C14C9AC2}"/>
                </a:ext>
              </a:extLst>
            </p:cNvPr>
            <p:cNvSpPr/>
            <p:nvPr/>
          </p:nvSpPr>
          <p:spPr>
            <a:xfrm>
              <a:off x="9296044" y="3215896"/>
              <a:ext cx="1569027" cy="467562"/>
            </a:xfrm>
            <a:prstGeom prst="roundRect">
              <a:avLst/>
            </a:prstGeom>
            <a:noFill/>
            <a:ln>
              <a:solidFill>
                <a:srgbClr val="108A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>
                  <a:solidFill>
                    <a:schemeClr val="tx1"/>
                  </a:solidFill>
                  <a:latin typeface="+mn-ea"/>
                </a:rPr>
                <a:t>회피 수치</a:t>
              </a:r>
            </a:p>
          </p:txBody>
        </p:sp>
        <p:sp>
          <p:nvSpPr>
            <p:cNvPr id="27" name="모서리가 둥근 직사각형 26">
              <a:extLst>
                <a:ext uri="{FF2B5EF4-FFF2-40B4-BE49-F238E27FC236}">
                  <a16:creationId xmlns:a16="http://schemas.microsoft.com/office/drawing/2014/main" id="{E34578CB-D876-9B0D-FA30-A0C081E1AB4B}"/>
                </a:ext>
              </a:extLst>
            </p:cNvPr>
            <p:cNvSpPr/>
            <p:nvPr/>
          </p:nvSpPr>
          <p:spPr>
            <a:xfrm>
              <a:off x="9317205" y="4121252"/>
              <a:ext cx="1569027" cy="467562"/>
            </a:xfrm>
            <a:prstGeom prst="roundRect">
              <a:avLst/>
            </a:prstGeom>
            <a:noFill/>
            <a:ln>
              <a:solidFill>
                <a:srgbClr val="108A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>
                  <a:solidFill>
                    <a:schemeClr val="tx1"/>
                  </a:solidFill>
                  <a:latin typeface="+mn-ea"/>
                </a:rPr>
                <a:t>치명 </a:t>
              </a:r>
              <a:r>
                <a:rPr kumimoji="1" lang="ko-KR" altLang="en-US" dirty="0" err="1">
                  <a:solidFill>
                    <a:schemeClr val="tx1"/>
                  </a:solidFill>
                  <a:latin typeface="+mn-ea"/>
                </a:rPr>
                <a:t>대미지</a:t>
              </a:r>
              <a:endParaRPr kumimoji="1"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" name="모서리가 둥근 직사각형 30">
              <a:extLst>
                <a:ext uri="{FF2B5EF4-FFF2-40B4-BE49-F238E27FC236}">
                  <a16:creationId xmlns:a16="http://schemas.microsoft.com/office/drawing/2014/main" id="{8EEB912A-6B58-2D5B-4BC6-8D58DB3D15B4}"/>
                </a:ext>
              </a:extLst>
            </p:cNvPr>
            <p:cNvSpPr/>
            <p:nvPr/>
          </p:nvSpPr>
          <p:spPr>
            <a:xfrm>
              <a:off x="1326926" y="5030262"/>
              <a:ext cx="1569027" cy="467562"/>
            </a:xfrm>
            <a:prstGeom prst="roundRect">
              <a:avLst/>
            </a:prstGeom>
            <a:noFill/>
            <a:ln>
              <a:solidFill>
                <a:srgbClr val="108A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tx1"/>
                  </a:solidFill>
                  <a:latin typeface="+mn-ea"/>
                </a:rPr>
                <a:t>코스트 회복력</a:t>
              </a:r>
            </a:p>
          </p:txBody>
        </p:sp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2341C74F-C0D4-F77C-3481-C7C64299457F}"/>
                </a:ext>
              </a:extLst>
            </p:cNvPr>
            <p:cNvSpPr/>
            <p:nvPr/>
          </p:nvSpPr>
          <p:spPr>
            <a:xfrm>
              <a:off x="9345269" y="5030262"/>
              <a:ext cx="1569027" cy="467562"/>
            </a:xfrm>
            <a:prstGeom prst="roundRect">
              <a:avLst/>
            </a:prstGeom>
            <a:noFill/>
            <a:ln>
              <a:solidFill>
                <a:srgbClr val="108A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>
                  <a:solidFill>
                    <a:schemeClr val="tx1"/>
                  </a:solidFill>
                  <a:latin typeface="+mn-ea"/>
                </a:rPr>
                <a:t>공격 사거리</a:t>
              </a:r>
            </a:p>
          </p:txBody>
        </p:sp>
        <p:cxnSp>
          <p:nvCxnSpPr>
            <p:cNvPr id="38" name="직선 연결선[R] 37">
              <a:extLst>
                <a:ext uri="{FF2B5EF4-FFF2-40B4-BE49-F238E27FC236}">
                  <a16:creationId xmlns:a16="http://schemas.microsoft.com/office/drawing/2014/main" id="{83365BEB-A2EC-4C87-F33A-CD04A1A4F90B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2895954" y="1638503"/>
              <a:ext cx="1623607" cy="611091"/>
            </a:xfrm>
            <a:prstGeom prst="line">
              <a:avLst/>
            </a:prstGeom>
            <a:ln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[R] 39">
              <a:extLst>
                <a:ext uri="{FF2B5EF4-FFF2-40B4-BE49-F238E27FC236}">
                  <a16:creationId xmlns:a16="http://schemas.microsoft.com/office/drawing/2014/main" id="{C2623288-4670-022C-EB85-938D4C89035B}"/>
                </a:ext>
              </a:extLst>
            </p:cNvPr>
            <p:cNvCxnSpPr>
              <a:cxnSpLocks/>
              <a:stCxn id="19" idx="3"/>
              <a:endCxn id="2" idx="1"/>
            </p:cNvCxnSpPr>
            <p:nvPr/>
          </p:nvCxnSpPr>
          <p:spPr>
            <a:xfrm>
              <a:off x="2895953" y="2544321"/>
              <a:ext cx="1623610" cy="376848"/>
            </a:xfrm>
            <a:prstGeom prst="line">
              <a:avLst/>
            </a:prstGeom>
            <a:ln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[R] 47">
              <a:extLst>
                <a:ext uri="{FF2B5EF4-FFF2-40B4-BE49-F238E27FC236}">
                  <a16:creationId xmlns:a16="http://schemas.microsoft.com/office/drawing/2014/main" id="{A11784EC-AA78-35BF-D0A9-427601A4ADBC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2895953" y="3449677"/>
              <a:ext cx="1623608" cy="0"/>
            </a:xfrm>
            <a:prstGeom prst="line">
              <a:avLst/>
            </a:prstGeom>
            <a:ln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[R] 51">
              <a:extLst>
                <a:ext uri="{FF2B5EF4-FFF2-40B4-BE49-F238E27FC236}">
                  <a16:creationId xmlns:a16="http://schemas.microsoft.com/office/drawing/2014/main" id="{77558ED9-84F3-D42C-5411-027A85A09FFF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 flipV="1">
              <a:off x="2895953" y="4157971"/>
              <a:ext cx="1623608" cy="197062"/>
            </a:xfrm>
            <a:prstGeom prst="line">
              <a:avLst/>
            </a:prstGeom>
            <a:ln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[R] 54">
              <a:extLst>
                <a:ext uri="{FF2B5EF4-FFF2-40B4-BE49-F238E27FC236}">
                  <a16:creationId xmlns:a16="http://schemas.microsoft.com/office/drawing/2014/main" id="{C51A1F60-D725-860C-004D-C86DAC044EFA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 flipV="1">
              <a:off x="2895953" y="4795299"/>
              <a:ext cx="1580577" cy="468744"/>
            </a:xfrm>
            <a:prstGeom prst="line">
              <a:avLst/>
            </a:prstGeom>
            <a:ln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[R] 57">
              <a:extLst>
                <a:ext uri="{FF2B5EF4-FFF2-40B4-BE49-F238E27FC236}">
                  <a16:creationId xmlns:a16="http://schemas.microsoft.com/office/drawing/2014/main" id="{28535378-FFE2-24C1-2D91-6E412F1F6894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flipH="1">
              <a:off x="7672434" y="1638503"/>
              <a:ext cx="1623609" cy="611091"/>
            </a:xfrm>
            <a:prstGeom prst="line">
              <a:avLst/>
            </a:prstGeom>
            <a:ln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[R] 58">
              <a:extLst>
                <a:ext uri="{FF2B5EF4-FFF2-40B4-BE49-F238E27FC236}">
                  <a16:creationId xmlns:a16="http://schemas.microsoft.com/office/drawing/2014/main" id="{5C9C97A2-A37D-B552-003C-74630AE1A769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flipH="1">
              <a:off x="7672433" y="2544090"/>
              <a:ext cx="1623610" cy="377079"/>
            </a:xfrm>
            <a:prstGeom prst="line">
              <a:avLst/>
            </a:prstGeom>
            <a:ln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[R] 59">
              <a:extLst>
                <a:ext uri="{FF2B5EF4-FFF2-40B4-BE49-F238E27FC236}">
                  <a16:creationId xmlns:a16="http://schemas.microsoft.com/office/drawing/2014/main" id="{F313848E-89C4-D2FD-44AA-51A173E5C86C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 flipH="1">
              <a:off x="7672433" y="3449677"/>
              <a:ext cx="1623611" cy="0"/>
            </a:xfrm>
            <a:prstGeom prst="line">
              <a:avLst/>
            </a:prstGeom>
            <a:ln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[R] 60">
              <a:extLst>
                <a:ext uri="{FF2B5EF4-FFF2-40B4-BE49-F238E27FC236}">
                  <a16:creationId xmlns:a16="http://schemas.microsoft.com/office/drawing/2014/main" id="{42A149F7-1944-621C-ADDF-9885AADE5D30}"/>
                </a:ext>
              </a:extLst>
            </p:cNvPr>
            <p:cNvCxnSpPr>
              <a:cxnSpLocks/>
              <a:stCxn id="27" idx="1"/>
            </p:cNvCxnSpPr>
            <p:nvPr/>
          </p:nvCxnSpPr>
          <p:spPr>
            <a:xfrm flipH="1" flipV="1">
              <a:off x="7672433" y="4157971"/>
              <a:ext cx="1644772" cy="197062"/>
            </a:xfrm>
            <a:prstGeom prst="line">
              <a:avLst/>
            </a:prstGeom>
            <a:ln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[R] 61">
              <a:extLst>
                <a:ext uri="{FF2B5EF4-FFF2-40B4-BE49-F238E27FC236}">
                  <a16:creationId xmlns:a16="http://schemas.microsoft.com/office/drawing/2014/main" id="{77568CEE-A38E-2809-3769-552B448146B8}"/>
                </a:ext>
              </a:extLst>
            </p:cNvPr>
            <p:cNvCxnSpPr>
              <a:cxnSpLocks/>
              <a:stCxn id="33" idx="1"/>
            </p:cNvCxnSpPr>
            <p:nvPr/>
          </p:nvCxnSpPr>
          <p:spPr>
            <a:xfrm flipH="1" flipV="1">
              <a:off x="7672433" y="4795299"/>
              <a:ext cx="1672836" cy="468744"/>
            </a:xfrm>
            <a:prstGeom prst="line">
              <a:avLst/>
            </a:prstGeom>
            <a:ln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82018572-5CF3-072C-6E33-3D5683CFCF79}"/>
              </a:ext>
            </a:extLst>
          </p:cNvPr>
          <p:cNvGrpSpPr/>
          <p:nvPr/>
        </p:nvGrpSpPr>
        <p:grpSpPr>
          <a:xfrm>
            <a:off x="0" y="159156"/>
            <a:ext cx="2063706" cy="461665"/>
            <a:chOff x="702760" y="416383"/>
            <a:chExt cx="2063706" cy="461665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FD4F210-C741-C409-DAE3-CCF80797B1D8}"/>
                </a:ext>
              </a:extLst>
            </p:cNvPr>
            <p:cNvSpPr txBox="1"/>
            <p:nvPr/>
          </p:nvSpPr>
          <p:spPr>
            <a:xfrm>
              <a:off x="874601" y="416383"/>
              <a:ext cx="18918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latin typeface="+mj-ea"/>
                  <a:ea typeface="+mj-ea"/>
                </a:rPr>
                <a:t>1.</a:t>
              </a:r>
              <a:r>
                <a:rPr kumimoji="1" lang="ko-KR" altLang="en-US" sz="2400" b="1" dirty="0">
                  <a:latin typeface="+mj-ea"/>
                  <a:ea typeface="+mj-ea"/>
                </a:rPr>
                <a:t> 게임 소개</a:t>
              </a:r>
            </a:p>
          </p:txBody>
        </p:sp>
        <p:cxnSp>
          <p:nvCxnSpPr>
            <p:cNvPr id="70" name="직선 연결선[R] 69">
              <a:extLst>
                <a:ext uri="{FF2B5EF4-FFF2-40B4-BE49-F238E27FC236}">
                  <a16:creationId xmlns:a16="http://schemas.microsoft.com/office/drawing/2014/main" id="{4E267E3C-3C03-C179-652C-C57357EC2650}"/>
                </a:ext>
              </a:extLst>
            </p:cNvPr>
            <p:cNvCxnSpPr>
              <a:cxnSpLocks/>
            </p:cNvCxnSpPr>
            <p:nvPr/>
          </p:nvCxnSpPr>
          <p:spPr>
            <a:xfrm>
              <a:off x="702760" y="878048"/>
              <a:ext cx="2063706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CDF6F6B-D893-1D1D-88EA-CBD6D9A7E0A4}"/>
              </a:ext>
            </a:extLst>
          </p:cNvPr>
          <p:cNvSpPr txBox="1"/>
          <p:nvPr/>
        </p:nvSpPr>
        <p:spPr>
          <a:xfrm>
            <a:off x="11883902" y="6550223"/>
            <a:ext cx="308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+mn-ea"/>
              </a:rPr>
              <a:t>3</a:t>
            </a:r>
            <a:endParaRPr kumimoji="1"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2092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20ACE-0FA5-494F-5752-FAE7596F1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3C5949C1-F62C-F718-A210-BDE48852A25E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B705052-7438-10B9-6771-A21B5844254D}"/>
              </a:ext>
            </a:extLst>
          </p:cNvPr>
          <p:cNvGrpSpPr/>
          <p:nvPr/>
        </p:nvGrpSpPr>
        <p:grpSpPr>
          <a:xfrm>
            <a:off x="5720357" y="2932041"/>
            <a:ext cx="6471643" cy="1662304"/>
            <a:chOff x="5720357" y="2932041"/>
            <a:chExt cx="6471643" cy="1662304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D865E19E-247D-5179-23C1-4FC96DC01FD9}"/>
                </a:ext>
              </a:extLst>
            </p:cNvPr>
            <p:cNvCxnSpPr>
              <a:cxnSpLocks/>
            </p:cNvCxnSpPr>
            <p:nvPr/>
          </p:nvCxnSpPr>
          <p:spPr>
            <a:xfrm>
              <a:off x="5720357" y="2932041"/>
              <a:ext cx="6471643" cy="0"/>
            </a:xfrm>
            <a:prstGeom prst="line">
              <a:avLst/>
            </a:prstGeom>
            <a:ln w="28575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B7177A-81C2-821E-7A0F-D22683A683DB}"/>
                </a:ext>
              </a:extLst>
            </p:cNvPr>
            <p:cNvSpPr txBox="1"/>
            <p:nvPr/>
          </p:nvSpPr>
          <p:spPr>
            <a:xfrm>
              <a:off x="6258163" y="2970503"/>
              <a:ext cx="5323893" cy="1623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200" b="1" dirty="0">
                  <a:latin typeface="+mj-ea"/>
                  <a:ea typeface="+mj-ea"/>
                </a:rPr>
                <a:t>EX </a:t>
              </a:r>
              <a:r>
                <a:rPr kumimoji="1" lang="ko-KR" altLang="en-US" sz="2200" b="1" dirty="0">
                  <a:latin typeface="+mj-ea"/>
                  <a:ea typeface="+mj-ea"/>
                </a:rPr>
                <a:t>스킬</a:t>
              </a:r>
              <a:endParaRPr kumimoji="1" lang="en-US" altLang="ko-KR" sz="2200" b="1" dirty="0">
                <a:latin typeface="+mj-ea"/>
                <a:ea typeface="+mj-ea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dirty="0">
                  <a:latin typeface="+mn-ea"/>
                </a:rPr>
                <a:t>적을 공격하거나</a:t>
              </a:r>
              <a:r>
                <a:rPr kumimoji="1" lang="en-US" altLang="ko-KR" dirty="0">
                  <a:latin typeface="+mn-ea"/>
                </a:rPr>
                <a:t>,</a:t>
              </a:r>
              <a:r>
                <a:rPr kumimoji="1" lang="ko-KR" altLang="en-US" dirty="0">
                  <a:latin typeface="+mn-ea"/>
                </a:rPr>
                <a:t> 시간에 따라 코스트가 충전</a:t>
              </a:r>
              <a:r>
                <a:rPr kumimoji="1" lang="en-US" altLang="ko-KR" baseline="30000" dirty="0">
                  <a:latin typeface="+mn-ea"/>
                </a:rPr>
                <a:t>[4]</a:t>
              </a:r>
              <a:endParaRPr kumimoji="1" lang="en-US" altLang="ko-KR" dirty="0">
                <a:latin typeface="+mn-ea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dirty="0">
                  <a:latin typeface="+mn-ea"/>
                </a:rPr>
                <a:t>코스트가 </a:t>
              </a:r>
              <a:r>
                <a:rPr kumimoji="1" lang="en-US" altLang="ko-KR" dirty="0">
                  <a:latin typeface="+mn-ea"/>
                </a:rPr>
                <a:t>100%</a:t>
              </a:r>
              <a:r>
                <a:rPr kumimoji="1" lang="ko-KR" altLang="en-US" dirty="0">
                  <a:latin typeface="+mn-ea"/>
                </a:rPr>
                <a:t>일 때 스킬을 사용 가능</a:t>
              </a:r>
              <a:endParaRPr kumimoji="1" lang="en-US" altLang="ko-KR" dirty="0">
                <a:latin typeface="+mn-ea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dirty="0">
                  <a:latin typeface="+mn-ea"/>
                </a:rPr>
                <a:t>스킬을 시전하는 동안 무적 상태가 됨</a:t>
              </a:r>
              <a:endParaRPr kumimoji="1" lang="en-US" altLang="ko-KR" dirty="0">
                <a:latin typeface="+mn-ea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67FC0E5-0A5E-016C-E365-6CB7B95587E3}"/>
              </a:ext>
            </a:extLst>
          </p:cNvPr>
          <p:cNvGrpSpPr/>
          <p:nvPr/>
        </p:nvGrpSpPr>
        <p:grpSpPr>
          <a:xfrm>
            <a:off x="5720354" y="4903195"/>
            <a:ext cx="6471643" cy="1277585"/>
            <a:chOff x="5720357" y="4418971"/>
            <a:chExt cx="6471643" cy="1277585"/>
          </a:xfrm>
        </p:grpSpPr>
        <p:cxnSp>
          <p:nvCxnSpPr>
            <p:cNvPr id="11" name="직선 연결선[R] 10">
              <a:extLst>
                <a:ext uri="{FF2B5EF4-FFF2-40B4-BE49-F238E27FC236}">
                  <a16:creationId xmlns:a16="http://schemas.microsoft.com/office/drawing/2014/main" id="{5E1A6EAA-EBAA-FB84-A910-63E43818CF64}"/>
                </a:ext>
              </a:extLst>
            </p:cNvPr>
            <p:cNvCxnSpPr>
              <a:cxnSpLocks/>
            </p:cNvCxnSpPr>
            <p:nvPr/>
          </p:nvCxnSpPr>
          <p:spPr>
            <a:xfrm>
              <a:off x="5720357" y="4418971"/>
              <a:ext cx="6471643" cy="0"/>
            </a:xfrm>
            <a:prstGeom prst="line">
              <a:avLst/>
            </a:prstGeom>
            <a:ln w="28575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F5A76CA-9817-BFBA-51B1-E93A65BD86AC}"/>
                </a:ext>
              </a:extLst>
            </p:cNvPr>
            <p:cNvSpPr txBox="1"/>
            <p:nvPr/>
          </p:nvSpPr>
          <p:spPr>
            <a:xfrm>
              <a:off x="6258163" y="4457434"/>
              <a:ext cx="4846198" cy="12391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200" b="1" dirty="0">
                  <a:latin typeface="+mj-ea"/>
                  <a:ea typeface="+mj-ea"/>
                </a:rPr>
                <a:t>스킬</a:t>
              </a:r>
              <a:endParaRPr kumimoji="1" lang="en-US" altLang="ko-KR" sz="2200" b="1" dirty="0">
                <a:latin typeface="+mj-ea"/>
                <a:ea typeface="+mj-ea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dirty="0">
                  <a:latin typeface="+mn-ea"/>
                </a:rPr>
                <a:t>재사용 대기 시간 이후 스킬을 사용 가능</a:t>
              </a:r>
              <a:r>
                <a:rPr kumimoji="1" lang="en-US" altLang="ko-KR" baseline="30000" dirty="0">
                  <a:latin typeface="+mn-ea"/>
                </a:rPr>
                <a:t>[4]</a:t>
              </a:r>
              <a:endParaRPr kumimoji="1" lang="en-US" altLang="ko-KR" dirty="0">
                <a:latin typeface="+mn-ea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dirty="0">
                  <a:latin typeface="+mn-ea"/>
                </a:rPr>
                <a:t>액티브</a:t>
              </a:r>
              <a:r>
                <a:rPr kumimoji="1" lang="en-US" altLang="ko-KR" dirty="0">
                  <a:latin typeface="+mn-ea"/>
                </a:rPr>
                <a:t>,</a:t>
              </a:r>
              <a:r>
                <a:rPr kumimoji="1" lang="ko-KR" altLang="en-US" dirty="0">
                  <a:latin typeface="+mn-ea"/>
                </a:rPr>
                <a:t> 패시브 두 가지 종류가 있음</a:t>
              </a:r>
              <a:endParaRPr kumimoji="1" lang="en-US" altLang="ko-KR" dirty="0">
                <a:latin typeface="+mn-ea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BF8F060-B65D-4184-FE66-2D77D241CF95}"/>
              </a:ext>
            </a:extLst>
          </p:cNvPr>
          <p:cNvGrpSpPr/>
          <p:nvPr/>
        </p:nvGrpSpPr>
        <p:grpSpPr>
          <a:xfrm>
            <a:off x="5720355" y="1185852"/>
            <a:ext cx="6471643" cy="1295481"/>
            <a:chOff x="5720357" y="1381565"/>
            <a:chExt cx="6471643" cy="129548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BA8055-5FB6-4CE0-749F-DE1783D3FA3E}"/>
                </a:ext>
              </a:extLst>
            </p:cNvPr>
            <p:cNvSpPr txBox="1"/>
            <p:nvPr/>
          </p:nvSpPr>
          <p:spPr>
            <a:xfrm>
              <a:off x="8556067" y="1381565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400" b="1" dirty="0">
                  <a:latin typeface="+mj-ea"/>
                  <a:ea typeface="+mj-ea"/>
                </a:rPr>
                <a:t>스킬</a:t>
              </a:r>
            </a:p>
          </p:txBody>
        </p:sp>
        <p:cxnSp>
          <p:nvCxnSpPr>
            <p:cNvPr id="13" name="직선 연결선[R] 12">
              <a:extLst>
                <a:ext uri="{FF2B5EF4-FFF2-40B4-BE49-F238E27FC236}">
                  <a16:creationId xmlns:a16="http://schemas.microsoft.com/office/drawing/2014/main" id="{36954FC7-385D-5F5A-8F0C-414977C8A1B8}"/>
                </a:ext>
              </a:extLst>
            </p:cNvPr>
            <p:cNvCxnSpPr>
              <a:cxnSpLocks/>
            </p:cNvCxnSpPr>
            <p:nvPr/>
          </p:nvCxnSpPr>
          <p:spPr>
            <a:xfrm>
              <a:off x="5720357" y="1819244"/>
              <a:ext cx="6471643" cy="0"/>
            </a:xfrm>
            <a:prstGeom prst="line">
              <a:avLst/>
            </a:prstGeom>
            <a:ln w="28575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DE5775D-EAFC-1A95-98B5-F4461E8E2AA6}"/>
                </a:ext>
              </a:extLst>
            </p:cNvPr>
            <p:cNvSpPr txBox="1"/>
            <p:nvPr/>
          </p:nvSpPr>
          <p:spPr>
            <a:xfrm>
              <a:off x="6258163" y="1807256"/>
              <a:ext cx="4714752" cy="869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dirty="0">
                  <a:latin typeface="+mn-ea"/>
                </a:rPr>
                <a:t>공격</a:t>
              </a:r>
              <a:r>
                <a:rPr kumimoji="1" lang="en-US" altLang="ko-KR" dirty="0">
                  <a:latin typeface="+mn-ea"/>
                </a:rPr>
                <a:t>,</a:t>
              </a:r>
              <a:r>
                <a:rPr kumimoji="1" lang="ko-KR" altLang="en-US" dirty="0">
                  <a:latin typeface="+mn-ea"/>
                </a:rPr>
                <a:t> 방어</a:t>
              </a:r>
              <a:r>
                <a:rPr kumimoji="1" lang="en-US" altLang="ko-KR" dirty="0">
                  <a:latin typeface="+mn-ea"/>
                </a:rPr>
                <a:t>,</a:t>
              </a:r>
              <a:r>
                <a:rPr kumimoji="1" lang="ko-KR" altLang="en-US" dirty="0">
                  <a:latin typeface="+mn-ea"/>
                </a:rPr>
                <a:t> 회복 세 가지 종류가 있음</a:t>
              </a:r>
              <a:endParaRPr kumimoji="1" lang="en-US" altLang="ko-KR" dirty="0">
                <a:latin typeface="+mn-ea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dirty="0">
                  <a:latin typeface="+mn-ea"/>
                </a:rPr>
                <a:t>각 학생마다 사용할 수 있는 스킬이 다름</a:t>
              </a:r>
              <a:endParaRPr kumimoji="1" lang="en-US" altLang="ko-KR" dirty="0">
                <a:latin typeface="+mn-ea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9915F88-B253-C2F6-C135-480F4F24C9EF}"/>
              </a:ext>
            </a:extLst>
          </p:cNvPr>
          <p:cNvGrpSpPr/>
          <p:nvPr/>
        </p:nvGrpSpPr>
        <p:grpSpPr>
          <a:xfrm>
            <a:off x="794289" y="1314086"/>
            <a:ext cx="3908162" cy="5122841"/>
            <a:chOff x="537806" y="1430041"/>
            <a:chExt cx="3908162" cy="5122841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EDBCFD4-3B21-94B7-DF73-F0B9D87FBF0F}"/>
                </a:ext>
              </a:extLst>
            </p:cNvPr>
            <p:cNvSpPr txBox="1"/>
            <p:nvPr/>
          </p:nvSpPr>
          <p:spPr>
            <a:xfrm>
              <a:off x="1877390" y="6245105"/>
              <a:ext cx="12289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dirty="0">
                  <a:latin typeface="+mn-ea"/>
                </a:rPr>
                <a:t>EX </a:t>
              </a:r>
              <a:r>
                <a:rPr kumimoji="1" lang="ko-KR" altLang="en-US" sz="1400" dirty="0">
                  <a:latin typeface="+mn-ea"/>
                </a:rPr>
                <a:t>스킬 예시</a:t>
              </a: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4A5ACBC5-7A84-C040-ADFE-6F97C414F9D3}"/>
                </a:ext>
              </a:extLst>
            </p:cNvPr>
            <p:cNvGrpSpPr/>
            <p:nvPr/>
          </p:nvGrpSpPr>
          <p:grpSpPr>
            <a:xfrm>
              <a:off x="537806" y="1430041"/>
              <a:ext cx="3908162" cy="4785382"/>
              <a:chOff x="537806" y="1430041"/>
              <a:chExt cx="3908162" cy="4785382"/>
            </a:xfrm>
          </p:grpSpPr>
          <p:pic>
            <p:nvPicPr>
              <p:cNvPr id="40" name="그림 39">
                <a:extLst>
                  <a:ext uri="{FF2B5EF4-FFF2-40B4-BE49-F238E27FC236}">
                    <a16:creationId xmlns:a16="http://schemas.microsoft.com/office/drawing/2014/main" id="{5AB684DB-3EB9-8E81-3946-F81E92C1F7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7806" y="3762686"/>
                <a:ext cx="3908161" cy="24527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177D30A3-AA31-EF0C-5119-E31FC3BD24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7807" y="1430041"/>
                <a:ext cx="3908161" cy="2220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3C78158-C45A-11D6-F1A2-B0F75D417D7B}"/>
              </a:ext>
            </a:extLst>
          </p:cNvPr>
          <p:cNvGrpSpPr/>
          <p:nvPr/>
        </p:nvGrpSpPr>
        <p:grpSpPr>
          <a:xfrm>
            <a:off x="0" y="159156"/>
            <a:ext cx="2063706" cy="461665"/>
            <a:chOff x="702760" y="416383"/>
            <a:chExt cx="2063706" cy="46166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5DEEBBD-59B8-AB17-8DA2-FFDE31EF2FB3}"/>
                </a:ext>
              </a:extLst>
            </p:cNvPr>
            <p:cNvSpPr txBox="1"/>
            <p:nvPr/>
          </p:nvSpPr>
          <p:spPr>
            <a:xfrm>
              <a:off x="874601" y="416383"/>
              <a:ext cx="18918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latin typeface="+mj-ea"/>
                  <a:ea typeface="+mj-ea"/>
                </a:rPr>
                <a:t>1.</a:t>
              </a:r>
              <a:r>
                <a:rPr kumimoji="1" lang="ko-KR" altLang="en-US" sz="2400" b="1" dirty="0">
                  <a:latin typeface="+mj-ea"/>
                  <a:ea typeface="+mj-ea"/>
                </a:rPr>
                <a:t> 게임 소개</a:t>
              </a:r>
            </a:p>
          </p:txBody>
        </p:sp>
        <p:cxnSp>
          <p:nvCxnSpPr>
            <p:cNvPr id="5" name="직선 연결선[R] 4">
              <a:extLst>
                <a:ext uri="{FF2B5EF4-FFF2-40B4-BE49-F238E27FC236}">
                  <a16:creationId xmlns:a16="http://schemas.microsoft.com/office/drawing/2014/main" id="{CEBE4BA2-B2E6-7B8B-6971-462432268333}"/>
                </a:ext>
              </a:extLst>
            </p:cNvPr>
            <p:cNvCxnSpPr>
              <a:cxnSpLocks/>
            </p:cNvCxnSpPr>
            <p:nvPr/>
          </p:nvCxnSpPr>
          <p:spPr>
            <a:xfrm>
              <a:off x="702760" y="878048"/>
              <a:ext cx="2063706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61A4212-FACC-A0B3-970B-1B3A7EBA6059}"/>
              </a:ext>
            </a:extLst>
          </p:cNvPr>
          <p:cNvSpPr txBox="1"/>
          <p:nvPr/>
        </p:nvSpPr>
        <p:spPr>
          <a:xfrm>
            <a:off x="11883902" y="6550223"/>
            <a:ext cx="308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+mn-ea"/>
              </a:rPr>
              <a:t>4</a:t>
            </a:r>
            <a:endParaRPr kumimoji="1"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47128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5F7BF-9964-83FE-9167-C2DDDBED8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0BE4BD70-8E7C-5E43-64CC-6CD5DFD8C9C0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045F0C7A-B339-92E2-F83E-87BD3AB3C00F}"/>
              </a:ext>
            </a:extLst>
          </p:cNvPr>
          <p:cNvGrpSpPr/>
          <p:nvPr/>
        </p:nvGrpSpPr>
        <p:grpSpPr>
          <a:xfrm>
            <a:off x="194526" y="1581665"/>
            <a:ext cx="5293304" cy="4635075"/>
            <a:chOff x="194526" y="1166194"/>
            <a:chExt cx="5293304" cy="463507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66BC4EC-1244-4CE8-42E2-CAFB8C174164}"/>
                </a:ext>
              </a:extLst>
            </p:cNvPr>
            <p:cNvSpPr txBox="1"/>
            <p:nvPr/>
          </p:nvSpPr>
          <p:spPr>
            <a:xfrm>
              <a:off x="2171189" y="5493492"/>
              <a:ext cx="9653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400" dirty="0">
                  <a:latin typeface="+mn-ea"/>
                </a:rPr>
                <a:t>지형 예시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1816953D-DC56-621A-8106-339058D27728}"/>
                </a:ext>
              </a:extLst>
            </p:cNvPr>
            <p:cNvGrpSpPr/>
            <p:nvPr/>
          </p:nvGrpSpPr>
          <p:grpSpPr>
            <a:xfrm>
              <a:off x="194526" y="1166194"/>
              <a:ext cx="5293304" cy="4312823"/>
              <a:chOff x="194526" y="1166194"/>
              <a:chExt cx="5293304" cy="4312823"/>
            </a:xfrm>
          </p:grpSpPr>
          <p:pic>
            <p:nvPicPr>
              <p:cNvPr id="11274" name="Picture 10" descr="간단한 현상수배 공략[교실편].txt - 블루 아카이브 마이너 갤러리">
                <a:extLst>
                  <a:ext uri="{FF2B5EF4-FFF2-40B4-BE49-F238E27FC236}">
                    <a16:creationId xmlns:a16="http://schemas.microsoft.com/office/drawing/2014/main" id="{40B3D19E-1B8E-A19C-940C-44DD26B534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9404" r="1930" b="22774"/>
              <a:stretch/>
            </p:blipFill>
            <p:spPr bwMode="auto">
              <a:xfrm>
                <a:off x="194526" y="3429000"/>
                <a:ext cx="5293304" cy="205001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272" name="Picture 8" descr="인벤 - No.1 게임 미디어 플랫폼">
                <a:extLst>
                  <a:ext uri="{FF2B5EF4-FFF2-40B4-BE49-F238E27FC236}">
                    <a16:creationId xmlns:a16="http://schemas.microsoft.com/office/drawing/2014/main" id="{724CAC2A-C31E-7914-ABA0-5D548B90D0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221" b="23360"/>
              <a:stretch/>
            </p:blipFill>
            <p:spPr bwMode="auto">
              <a:xfrm>
                <a:off x="194526" y="1166194"/>
                <a:ext cx="5293304" cy="209790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CE87A1C-948F-ECAE-F82C-6415E158177A}"/>
              </a:ext>
            </a:extLst>
          </p:cNvPr>
          <p:cNvGrpSpPr/>
          <p:nvPr/>
        </p:nvGrpSpPr>
        <p:grpSpPr>
          <a:xfrm>
            <a:off x="6704172" y="2017183"/>
            <a:ext cx="5487828" cy="3264485"/>
            <a:chOff x="7075561" y="1099187"/>
            <a:chExt cx="5487828" cy="3264485"/>
          </a:xfrm>
        </p:grpSpPr>
        <p:cxnSp>
          <p:nvCxnSpPr>
            <p:cNvPr id="20" name="직선 연결선[R] 19">
              <a:extLst>
                <a:ext uri="{FF2B5EF4-FFF2-40B4-BE49-F238E27FC236}">
                  <a16:creationId xmlns:a16="http://schemas.microsoft.com/office/drawing/2014/main" id="{03F65F98-914D-770A-6654-995EBF787F14}"/>
                </a:ext>
              </a:extLst>
            </p:cNvPr>
            <p:cNvCxnSpPr>
              <a:cxnSpLocks/>
            </p:cNvCxnSpPr>
            <p:nvPr/>
          </p:nvCxnSpPr>
          <p:spPr>
            <a:xfrm>
              <a:off x="7075561" y="1560853"/>
              <a:ext cx="5487828" cy="0"/>
            </a:xfrm>
            <a:prstGeom prst="line">
              <a:avLst/>
            </a:prstGeom>
            <a:ln w="28575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D71DD21-6988-D163-EC44-1C05DB07D789}"/>
                </a:ext>
              </a:extLst>
            </p:cNvPr>
            <p:cNvSpPr txBox="1"/>
            <p:nvPr/>
          </p:nvSpPr>
          <p:spPr>
            <a:xfrm>
              <a:off x="7270085" y="1560853"/>
              <a:ext cx="5293304" cy="2802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2000" dirty="0">
                  <a:latin typeface="+mn-ea"/>
                </a:rPr>
                <a:t>교실</a:t>
              </a:r>
              <a:r>
                <a:rPr kumimoji="1" lang="en-US" altLang="ko-KR" sz="2000" dirty="0">
                  <a:latin typeface="+mn-ea"/>
                </a:rPr>
                <a:t>,</a:t>
              </a:r>
              <a:r>
                <a:rPr kumimoji="1" lang="ko-KR" altLang="en-US" sz="2000" dirty="0">
                  <a:latin typeface="+mn-ea"/>
                </a:rPr>
                <a:t> 시가지 </a:t>
              </a:r>
              <a:r>
                <a:rPr kumimoji="1" lang="ko-KR" altLang="en-US" sz="2000" b="1" dirty="0">
                  <a:latin typeface="+mn-ea"/>
                </a:rPr>
                <a:t>총 </a:t>
              </a:r>
              <a:r>
                <a:rPr kumimoji="1" lang="en-US" altLang="ko-KR" sz="2000" b="1" dirty="0">
                  <a:latin typeface="+mn-ea"/>
                </a:rPr>
                <a:t>2</a:t>
              </a:r>
              <a:r>
                <a:rPr kumimoji="1" lang="ko-KR" altLang="en-US" sz="2000" b="1" dirty="0">
                  <a:latin typeface="+mn-ea"/>
                </a:rPr>
                <a:t>가지 지형을 구현</a:t>
              </a:r>
              <a:endParaRPr kumimoji="1" lang="en-US" altLang="ko-KR" sz="2000" b="1" dirty="0">
                <a:latin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2000" dirty="0">
                  <a:latin typeface="+mn-ea"/>
                </a:rPr>
                <a:t>100</a:t>
              </a:r>
              <a:r>
                <a:rPr kumimoji="1" lang="ko-KR" altLang="en-US" sz="2000" dirty="0">
                  <a:latin typeface="+mn-ea"/>
                </a:rPr>
                <a:t> </a:t>
              </a:r>
              <a:r>
                <a:rPr kumimoji="1" lang="en-US" altLang="ko-KR" sz="2000" dirty="0">
                  <a:latin typeface="+mn-ea"/>
                </a:rPr>
                <a:t>–</a:t>
              </a:r>
              <a:r>
                <a:rPr kumimoji="1" lang="ko-KR" altLang="en-US" sz="2000" dirty="0">
                  <a:latin typeface="+mn-ea"/>
                </a:rPr>
                <a:t> </a:t>
              </a:r>
              <a:r>
                <a:rPr kumimoji="1" lang="en-US" altLang="ko-KR" sz="2000" dirty="0">
                  <a:latin typeface="+mn-ea"/>
                </a:rPr>
                <a:t>200m</a:t>
              </a:r>
              <a:r>
                <a:rPr kumimoji="1" lang="en-US" altLang="ko-KR" sz="2000" baseline="30000" dirty="0">
                  <a:latin typeface="+mn-ea"/>
                </a:rPr>
                <a:t>2</a:t>
              </a:r>
              <a:r>
                <a:rPr kumimoji="1" lang="en-US" altLang="ko-KR" sz="2000" dirty="0">
                  <a:latin typeface="+mn-ea"/>
                </a:rPr>
                <a:t> </a:t>
              </a:r>
              <a:r>
                <a:rPr kumimoji="1" lang="ko-KR" altLang="en-US" sz="2000" dirty="0">
                  <a:latin typeface="+mn-ea"/>
                </a:rPr>
                <a:t>내외의 플레이 공간</a:t>
              </a:r>
              <a:endParaRPr kumimoji="1" lang="en-US" altLang="ko-KR" sz="2000" dirty="0">
                <a:latin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2000" dirty="0">
                  <a:latin typeface="+mn-ea"/>
                </a:rPr>
                <a:t>엄폐물과 장애물이 곳곳에 배치됨</a:t>
              </a:r>
              <a:endParaRPr kumimoji="1" lang="en-US" altLang="ko-KR" sz="2000" dirty="0">
                <a:latin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2000" dirty="0">
                  <a:latin typeface="+mn-ea"/>
                </a:rPr>
                <a:t>특정 장소에 회복 아이템이 생성됨</a:t>
              </a:r>
              <a:endParaRPr kumimoji="1" lang="en-US" altLang="ko-KR" sz="2000" dirty="0">
                <a:latin typeface="+mn-ea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2000" dirty="0">
                  <a:latin typeface="+mn-ea"/>
                </a:rPr>
                <a:t>일부 특정 오브젝트와 상호작용을 구현</a:t>
              </a:r>
              <a:r>
                <a:rPr kumimoji="1" lang="en-US" altLang="ko-KR" sz="2000" baseline="30000" dirty="0">
                  <a:latin typeface="+mn-ea"/>
                </a:rPr>
                <a:t>[5]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2000" dirty="0">
                  <a:latin typeface="+mn-ea"/>
                </a:rPr>
                <a:t>각각 낮과 밤 시간대 지형을 구현</a:t>
              </a:r>
              <a:endParaRPr kumimoji="1" lang="en-US" altLang="ko-KR" sz="2000" dirty="0"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3F8C182-BD2F-9E34-7C76-C55270C60F29}"/>
                </a:ext>
              </a:extLst>
            </p:cNvPr>
            <p:cNvSpPr txBox="1"/>
            <p:nvPr/>
          </p:nvSpPr>
          <p:spPr>
            <a:xfrm>
              <a:off x="9419365" y="1099187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400" b="1" dirty="0">
                  <a:latin typeface="+mj-ea"/>
                  <a:ea typeface="+mj-ea"/>
                </a:rPr>
                <a:t>지형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0C33574-AE0B-5346-C5C1-487F36331DEB}"/>
              </a:ext>
            </a:extLst>
          </p:cNvPr>
          <p:cNvGrpSpPr/>
          <p:nvPr/>
        </p:nvGrpSpPr>
        <p:grpSpPr>
          <a:xfrm>
            <a:off x="0" y="159156"/>
            <a:ext cx="2063706" cy="461665"/>
            <a:chOff x="702760" y="416383"/>
            <a:chExt cx="2063706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27B1D0E-8E88-9111-4253-2B386A65E93A}"/>
                </a:ext>
              </a:extLst>
            </p:cNvPr>
            <p:cNvSpPr txBox="1"/>
            <p:nvPr/>
          </p:nvSpPr>
          <p:spPr>
            <a:xfrm>
              <a:off x="874601" y="416383"/>
              <a:ext cx="18918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latin typeface="+mj-ea"/>
                  <a:ea typeface="+mj-ea"/>
                </a:rPr>
                <a:t>1.</a:t>
              </a:r>
              <a:r>
                <a:rPr kumimoji="1" lang="ko-KR" altLang="en-US" sz="2400" b="1" dirty="0">
                  <a:latin typeface="+mj-ea"/>
                  <a:ea typeface="+mj-ea"/>
                </a:rPr>
                <a:t> 게임 소개</a:t>
              </a:r>
            </a:p>
          </p:txBody>
        </p:sp>
        <p:cxnSp>
          <p:nvCxnSpPr>
            <p:cNvPr id="12" name="직선 연결선[R] 11">
              <a:extLst>
                <a:ext uri="{FF2B5EF4-FFF2-40B4-BE49-F238E27FC236}">
                  <a16:creationId xmlns:a16="http://schemas.microsoft.com/office/drawing/2014/main" id="{5A7C3C7B-0988-C518-E2FC-037843772533}"/>
                </a:ext>
              </a:extLst>
            </p:cNvPr>
            <p:cNvCxnSpPr>
              <a:cxnSpLocks/>
            </p:cNvCxnSpPr>
            <p:nvPr/>
          </p:nvCxnSpPr>
          <p:spPr>
            <a:xfrm>
              <a:off x="702760" y="878048"/>
              <a:ext cx="2063706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4602177-C137-D842-03D2-0CC0844283B7}"/>
              </a:ext>
            </a:extLst>
          </p:cNvPr>
          <p:cNvSpPr txBox="1"/>
          <p:nvPr/>
        </p:nvSpPr>
        <p:spPr>
          <a:xfrm>
            <a:off x="11883902" y="6550223"/>
            <a:ext cx="308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+mn-ea"/>
              </a:rPr>
              <a:t>5</a:t>
            </a:r>
            <a:endParaRPr kumimoji="1"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5061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CC3FD-4C98-5EAA-E75A-F971C615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DA12396-DFB5-7F47-4850-C765EBAD0C68}"/>
              </a:ext>
            </a:extLst>
          </p:cNvPr>
          <p:cNvSpPr txBox="1"/>
          <p:nvPr/>
        </p:nvSpPr>
        <p:spPr>
          <a:xfrm>
            <a:off x="3495594" y="308886"/>
            <a:ext cx="50385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2400" b="1" dirty="0">
                <a:latin typeface="+mj-ea"/>
                <a:ea typeface="+mj-ea"/>
              </a:rPr>
              <a:t>두 팀으로 나뉘어</a:t>
            </a:r>
            <a:endParaRPr kumimoji="1" lang="en-US" altLang="ko-KR" sz="2400" b="1" dirty="0">
              <a:latin typeface="+mj-ea"/>
              <a:ea typeface="+mj-ea"/>
            </a:endParaRPr>
          </a:p>
          <a:p>
            <a:pPr algn="ctr"/>
            <a:r>
              <a:rPr kumimoji="1" lang="ko-KR" altLang="en-US" sz="2400" b="1" dirty="0">
                <a:latin typeface="+mj-ea"/>
                <a:ea typeface="+mj-ea"/>
              </a:rPr>
              <a:t>제한 시간 안에 주어진 임무를 수행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05C36D3-AFFC-5AD0-57F8-A4BB8BD210B6}"/>
              </a:ext>
            </a:extLst>
          </p:cNvPr>
          <p:cNvGrpSpPr/>
          <p:nvPr/>
        </p:nvGrpSpPr>
        <p:grpSpPr>
          <a:xfrm>
            <a:off x="2860176" y="1237751"/>
            <a:ext cx="6471643" cy="1700787"/>
            <a:chOff x="2860176" y="1237751"/>
            <a:chExt cx="6471643" cy="1700787"/>
          </a:xfrm>
        </p:grpSpPr>
        <p:cxnSp>
          <p:nvCxnSpPr>
            <p:cNvPr id="7" name="직선 연결선[R] 6">
              <a:extLst>
                <a:ext uri="{FF2B5EF4-FFF2-40B4-BE49-F238E27FC236}">
                  <a16:creationId xmlns:a16="http://schemas.microsoft.com/office/drawing/2014/main" id="{C0D0F227-B5EE-9FDE-A8F8-3B87A92127B8}"/>
                </a:ext>
              </a:extLst>
            </p:cNvPr>
            <p:cNvCxnSpPr>
              <a:cxnSpLocks/>
            </p:cNvCxnSpPr>
            <p:nvPr/>
          </p:nvCxnSpPr>
          <p:spPr>
            <a:xfrm>
              <a:off x="2860176" y="1237751"/>
              <a:ext cx="6471643" cy="0"/>
            </a:xfrm>
            <a:prstGeom prst="line">
              <a:avLst/>
            </a:prstGeom>
            <a:ln w="28575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968B9AA-AA6A-913B-BB6D-495697824D59}"/>
                </a:ext>
              </a:extLst>
            </p:cNvPr>
            <p:cNvSpPr txBox="1"/>
            <p:nvPr/>
          </p:nvSpPr>
          <p:spPr>
            <a:xfrm>
              <a:off x="2860176" y="1237751"/>
              <a:ext cx="6234399" cy="17007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dirty="0">
                  <a:latin typeface="+mn-ea"/>
                </a:rPr>
                <a:t>같은 팀</a:t>
              </a:r>
              <a:r>
                <a:rPr kumimoji="1" lang="en-US" altLang="ko-KR" dirty="0">
                  <a:latin typeface="+mn-ea"/>
                </a:rPr>
                <a:t> </a:t>
              </a:r>
              <a:r>
                <a:rPr kumimoji="1" lang="ko-KR" altLang="en-US" dirty="0">
                  <a:latin typeface="+mn-ea"/>
                </a:rPr>
                <a:t>유저를 공격할 수 없음</a:t>
              </a:r>
              <a:endParaRPr kumimoji="1" lang="en-US" altLang="ko-KR" dirty="0">
                <a:latin typeface="+mn-ea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dirty="0">
                  <a:latin typeface="+mn-ea"/>
                </a:rPr>
                <a:t>팀에서 같은 학생을 중복해서 사용할 수 없음</a:t>
              </a:r>
              <a:endParaRPr kumimoji="1" lang="en-US" altLang="ko-KR" dirty="0">
                <a:latin typeface="+mn-ea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dirty="0">
                  <a:latin typeface="+mn-ea"/>
                </a:rPr>
                <a:t>체력이 </a:t>
              </a:r>
              <a:r>
                <a:rPr kumimoji="1" lang="en-US" altLang="ko-KR" dirty="0">
                  <a:latin typeface="+mn-ea"/>
                </a:rPr>
                <a:t>0</a:t>
              </a:r>
              <a:r>
                <a:rPr kumimoji="1" lang="ko-KR" altLang="en-US" dirty="0">
                  <a:latin typeface="+mn-ea"/>
                </a:rPr>
                <a:t>이 될 경우 </a:t>
              </a:r>
              <a:r>
                <a:rPr kumimoji="1" lang="en-US" altLang="ko-KR" dirty="0">
                  <a:latin typeface="+mn-ea"/>
                </a:rPr>
                <a:t>30</a:t>
              </a:r>
              <a:r>
                <a:rPr kumimoji="1" lang="ko-KR" altLang="en-US" dirty="0">
                  <a:latin typeface="+mn-ea"/>
                </a:rPr>
                <a:t>초 이후 정해진 장소에서 소환</a:t>
              </a:r>
              <a:endParaRPr kumimoji="1" lang="en-US" altLang="ko-KR" dirty="0">
                <a:latin typeface="+mn-ea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dirty="0">
                  <a:latin typeface="+mn-ea"/>
                </a:rPr>
                <a:t>총 </a:t>
              </a:r>
              <a:r>
                <a:rPr kumimoji="1" lang="en-US" altLang="ko-KR" dirty="0">
                  <a:latin typeface="+mn-ea"/>
                </a:rPr>
                <a:t>3</a:t>
              </a:r>
              <a:r>
                <a:rPr kumimoji="1" lang="ko-KR" altLang="en-US" dirty="0">
                  <a:latin typeface="+mn-ea"/>
                </a:rPr>
                <a:t>단계 라운드를 진행</a:t>
              </a:r>
              <a:r>
                <a:rPr kumimoji="1" lang="en-US" altLang="ko-KR" dirty="0">
                  <a:latin typeface="+mn-ea"/>
                </a:rPr>
                <a:t>,</a:t>
              </a:r>
              <a:r>
                <a:rPr kumimoji="1" lang="ko-KR" altLang="en-US" dirty="0">
                  <a:latin typeface="+mn-ea"/>
                </a:rPr>
                <a:t> 한 라운드 당 </a:t>
              </a:r>
              <a:r>
                <a:rPr kumimoji="1" lang="en-US" altLang="ko-KR" dirty="0">
                  <a:latin typeface="+mn-ea"/>
                </a:rPr>
                <a:t>5</a:t>
              </a:r>
              <a:r>
                <a:rPr kumimoji="1" lang="ko-KR" altLang="en-US" dirty="0">
                  <a:latin typeface="+mn-ea"/>
                </a:rPr>
                <a:t>분 </a:t>
              </a:r>
              <a:r>
                <a:rPr kumimoji="1" lang="en-US" altLang="ko-KR" dirty="0">
                  <a:latin typeface="+mn-ea"/>
                </a:rPr>
                <a:t>–</a:t>
              </a:r>
              <a:r>
                <a:rPr kumimoji="1" lang="ko-KR" altLang="en-US" dirty="0">
                  <a:latin typeface="+mn-ea"/>
                </a:rPr>
                <a:t> </a:t>
              </a:r>
              <a:r>
                <a:rPr kumimoji="1" lang="en-US" altLang="ko-KR" dirty="0">
                  <a:latin typeface="+mn-ea"/>
                </a:rPr>
                <a:t>5</a:t>
              </a:r>
              <a:r>
                <a:rPr kumimoji="1" lang="ko-KR" altLang="en-US" dirty="0">
                  <a:latin typeface="+mn-ea"/>
                </a:rPr>
                <a:t>분 </a:t>
              </a:r>
              <a:r>
                <a:rPr kumimoji="1" lang="en-US" altLang="ko-KR" dirty="0">
                  <a:latin typeface="+mn-ea"/>
                </a:rPr>
                <a:t>30</a:t>
              </a:r>
              <a:r>
                <a:rPr kumimoji="1" lang="ko-KR" altLang="en-US" dirty="0">
                  <a:latin typeface="+mn-ea"/>
                </a:rPr>
                <a:t>초</a:t>
              </a:r>
              <a:r>
                <a:rPr kumimoji="1" lang="en-US" altLang="ko-KR" baseline="30000" dirty="0">
                  <a:latin typeface="+mn-ea"/>
                </a:rPr>
                <a:t>[6]</a:t>
              </a:r>
              <a:endParaRPr kumimoji="1" lang="en-US" altLang="ko-KR" sz="2000" dirty="0">
                <a:latin typeface="+mn-ea"/>
              </a:endParaRPr>
            </a:p>
          </p:txBody>
        </p:sp>
      </p:grp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1CD00FFD-F549-1F50-DA18-5B508D8E595E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E186196-1969-5A6D-F553-E3A63E6F3A57}"/>
              </a:ext>
            </a:extLst>
          </p:cNvPr>
          <p:cNvGrpSpPr/>
          <p:nvPr/>
        </p:nvGrpSpPr>
        <p:grpSpPr>
          <a:xfrm>
            <a:off x="2860176" y="3319659"/>
            <a:ext cx="6471643" cy="1230386"/>
            <a:chOff x="2860176" y="3429000"/>
            <a:chExt cx="6471643" cy="123038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956D0DE-1FFE-4202-D9BA-07BDF90ED571}"/>
                </a:ext>
              </a:extLst>
            </p:cNvPr>
            <p:cNvSpPr txBox="1"/>
            <p:nvPr/>
          </p:nvSpPr>
          <p:spPr>
            <a:xfrm>
              <a:off x="2860176" y="3451042"/>
              <a:ext cx="6083717" cy="1208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200" b="1" dirty="0">
                  <a:latin typeface="+mj-ea"/>
                  <a:ea typeface="+mj-ea"/>
                </a:rPr>
                <a:t>특별 의뢰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dirty="0">
                  <a:latin typeface="+mn-ea"/>
                </a:rPr>
                <a:t>공격 팀 목표</a:t>
              </a:r>
              <a:r>
                <a:rPr kumimoji="1" lang="en-US" altLang="ko-KR" dirty="0">
                  <a:latin typeface="+mn-ea"/>
                </a:rPr>
                <a:t>:</a:t>
              </a:r>
              <a:r>
                <a:rPr kumimoji="1" lang="ko-KR" altLang="en-US" dirty="0">
                  <a:latin typeface="+mn-ea"/>
                </a:rPr>
                <a:t> 제한 시간 안에 화물을 목적지까지 운송</a:t>
              </a:r>
              <a:endParaRPr kumimoji="1" lang="en-US" altLang="ko-KR" dirty="0">
                <a:latin typeface="+mn-ea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dirty="0">
                  <a:latin typeface="+mn-ea"/>
                </a:rPr>
                <a:t>수비 팀 목표</a:t>
              </a:r>
              <a:r>
                <a:rPr kumimoji="1" lang="en-US" altLang="ko-KR" dirty="0">
                  <a:latin typeface="+mn-ea"/>
                </a:rPr>
                <a:t>:</a:t>
              </a:r>
              <a:r>
                <a:rPr kumimoji="1" lang="ko-KR" altLang="en-US" dirty="0">
                  <a:latin typeface="+mn-ea"/>
                </a:rPr>
                <a:t> 제한 시간 동안 화물의 이동을 저지</a:t>
              </a:r>
              <a:endParaRPr kumimoji="1" lang="en-US" altLang="ko-KR" dirty="0">
                <a:latin typeface="+mn-ea"/>
              </a:endParaRPr>
            </a:p>
          </p:txBody>
        </p:sp>
        <p:cxnSp>
          <p:nvCxnSpPr>
            <p:cNvPr id="26" name="직선 연결선[R] 25">
              <a:extLst>
                <a:ext uri="{FF2B5EF4-FFF2-40B4-BE49-F238E27FC236}">
                  <a16:creationId xmlns:a16="http://schemas.microsoft.com/office/drawing/2014/main" id="{793F48AE-31F9-3D0D-8249-9703F9F7EF08}"/>
                </a:ext>
              </a:extLst>
            </p:cNvPr>
            <p:cNvCxnSpPr>
              <a:cxnSpLocks/>
            </p:cNvCxnSpPr>
            <p:nvPr/>
          </p:nvCxnSpPr>
          <p:spPr>
            <a:xfrm>
              <a:off x="2860176" y="3429000"/>
              <a:ext cx="6471643" cy="0"/>
            </a:xfrm>
            <a:prstGeom prst="line">
              <a:avLst/>
            </a:prstGeom>
            <a:ln w="28575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3162CDD-0008-A3ED-2AD7-75382C8AA92C}"/>
              </a:ext>
            </a:extLst>
          </p:cNvPr>
          <p:cNvGrpSpPr/>
          <p:nvPr/>
        </p:nvGrpSpPr>
        <p:grpSpPr>
          <a:xfrm>
            <a:off x="2860176" y="4987121"/>
            <a:ext cx="6686446" cy="1208344"/>
            <a:chOff x="2860176" y="4982212"/>
            <a:chExt cx="6686446" cy="120834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DD6875-0C72-859E-D854-DA7D1E5709BE}"/>
                </a:ext>
              </a:extLst>
            </p:cNvPr>
            <p:cNvSpPr txBox="1"/>
            <p:nvPr/>
          </p:nvSpPr>
          <p:spPr>
            <a:xfrm>
              <a:off x="2860176" y="4982212"/>
              <a:ext cx="6686446" cy="1208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200" b="1" dirty="0">
                  <a:latin typeface="+mj-ea"/>
                  <a:ea typeface="+mj-ea"/>
                </a:rPr>
                <a:t>종합 전술 시험</a:t>
              </a:r>
              <a:endParaRPr kumimoji="1" lang="en-US" altLang="ko-KR" sz="2200" b="1" dirty="0">
                <a:latin typeface="+mj-ea"/>
                <a:ea typeface="+mj-ea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dirty="0">
                  <a:latin typeface="+mn-ea"/>
                </a:rPr>
                <a:t>승리 목표 </a:t>
              </a:r>
              <a:r>
                <a:rPr kumimoji="1" lang="en-US" altLang="ko-KR" dirty="0">
                  <a:latin typeface="+mn-ea"/>
                </a:rPr>
                <a:t>1:</a:t>
              </a:r>
              <a:r>
                <a:rPr kumimoji="1" lang="ko-KR" altLang="en-US" dirty="0">
                  <a:latin typeface="+mn-ea"/>
                </a:rPr>
                <a:t> 거점 점령 게이지를 </a:t>
              </a:r>
              <a:r>
                <a:rPr kumimoji="1" lang="en-US" altLang="ko-KR" dirty="0">
                  <a:latin typeface="+mn-ea"/>
                </a:rPr>
                <a:t>100%</a:t>
              </a:r>
              <a:r>
                <a:rPr kumimoji="1" lang="ko-KR" altLang="en-US" dirty="0">
                  <a:latin typeface="+mn-ea"/>
                </a:rPr>
                <a:t> 도달</a:t>
              </a:r>
              <a:endParaRPr kumimoji="1" lang="en-US" altLang="ko-KR" dirty="0">
                <a:latin typeface="+mn-ea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dirty="0">
                  <a:latin typeface="+mn-ea"/>
                </a:rPr>
                <a:t>승리 목표 </a:t>
              </a:r>
              <a:r>
                <a:rPr kumimoji="1" lang="en-US" altLang="ko-KR" dirty="0">
                  <a:latin typeface="+mn-ea"/>
                </a:rPr>
                <a:t>2:</a:t>
              </a:r>
              <a:r>
                <a:rPr kumimoji="1" lang="ko-KR" altLang="en-US" dirty="0">
                  <a:latin typeface="+mn-ea"/>
                </a:rPr>
                <a:t> 제한 시간 안에 더 많은 거점 점령 게이지 보유</a:t>
              </a:r>
            </a:p>
          </p:txBody>
        </p:sp>
        <p:cxnSp>
          <p:nvCxnSpPr>
            <p:cNvPr id="31" name="직선 연결선[R] 30">
              <a:extLst>
                <a:ext uri="{FF2B5EF4-FFF2-40B4-BE49-F238E27FC236}">
                  <a16:creationId xmlns:a16="http://schemas.microsoft.com/office/drawing/2014/main" id="{7D060672-3E98-B405-6E51-1C30EFABF142}"/>
                </a:ext>
              </a:extLst>
            </p:cNvPr>
            <p:cNvCxnSpPr>
              <a:cxnSpLocks/>
            </p:cNvCxnSpPr>
            <p:nvPr/>
          </p:nvCxnSpPr>
          <p:spPr>
            <a:xfrm>
              <a:off x="2860176" y="4982212"/>
              <a:ext cx="6471643" cy="0"/>
            </a:xfrm>
            <a:prstGeom prst="line">
              <a:avLst/>
            </a:prstGeom>
            <a:ln w="28575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E110271-3C4D-48F7-0EAB-B0D14D09BE36}"/>
              </a:ext>
            </a:extLst>
          </p:cNvPr>
          <p:cNvGrpSpPr/>
          <p:nvPr/>
        </p:nvGrpSpPr>
        <p:grpSpPr>
          <a:xfrm>
            <a:off x="0" y="159156"/>
            <a:ext cx="2063706" cy="461665"/>
            <a:chOff x="702760" y="416383"/>
            <a:chExt cx="2063706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1C9F09-A0AB-6448-7C64-03BE45F13080}"/>
                </a:ext>
              </a:extLst>
            </p:cNvPr>
            <p:cNvSpPr txBox="1"/>
            <p:nvPr/>
          </p:nvSpPr>
          <p:spPr>
            <a:xfrm>
              <a:off x="874601" y="416383"/>
              <a:ext cx="18918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latin typeface="+mj-ea"/>
                  <a:ea typeface="+mj-ea"/>
                </a:rPr>
                <a:t>1.</a:t>
              </a:r>
              <a:r>
                <a:rPr kumimoji="1" lang="ko-KR" altLang="en-US" sz="2400" b="1" dirty="0">
                  <a:latin typeface="+mj-ea"/>
                  <a:ea typeface="+mj-ea"/>
                </a:rPr>
                <a:t> 게임 소개</a:t>
              </a:r>
            </a:p>
          </p:txBody>
        </p:sp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78AEDAD8-8318-7577-8952-4C40D91EB3F6}"/>
                </a:ext>
              </a:extLst>
            </p:cNvPr>
            <p:cNvCxnSpPr>
              <a:cxnSpLocks/>
            </p:cNvCxnSpPr>
            <p:nvPr/>
          </p:nvCxnSpPr>
          <p:spPr>
            <a:xfrm>
              <a:off x="702760" y="878048"/>
              <a:ext cx="2063706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6CBF577-8CFF-051C-FFB0-76F9CEE6303A}"/>
              </a:ext>
            </a:extLst>
          </p:cNvPr>
          <p:cNvSpPr txBox="1"/>
          <p:nvPr/>
        </p:nvSpPr>
        <p:spPr>
          <a:xfrm>
            <a:off x="11883902" y="6550223"/>
            <a:ext cx="308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+mn-ea"/>
              </a:rPr>
              <a:t>6</a:t>
            </a:r>
            <a:endParaRPr kumimoji="1"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7922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71CB9-75EE-6234-AEE5-468B74CCB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2091CC0E-057D-7256-F622-F43460201A57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CE7C3EDB-BA79-5A96-8A15-D6338465C44E}"/>
              </a:ext>
            </a:extLst>
          </p:cNvPr>
          <p:cNvGrpSpPr/>
          <p:nvPr/>
        </p:nvGrpSpPr>
        <p:grpSpPr>
          <a:xfrm>
            <a:off x="3576720" y="463079"/>
            <a:ext cx="5038559" cy="3089682"/>
            <a:chOff x="3424998" y="857902"/>
            <a:chExt cx="5038559" cy="3089682"/>
          </a:xfrm>
        </p:grpSpPr>
        <p:pic>
          <p:nvPicPr>
            <p:cNvPr id="4" name="그림 3" descr="스크린샷, 디스플레이, 멀티미디어, 멀티미디어 소프트웨어이(가) 표시된 사진&#10;&#10;자동 생성된 설명">
              <a:extLst>
                <a:ext uri="{FF2B5EF4-FFF2-40B4-BE49-F238E27FC236}">
                  <a16:creationId xmlns:a16="http://schemas.microsoft.com/office/drawing/2014/main" id="{AC04ABEE-C1ED-6233-30F4-0D15FC07A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4998" y="857902"/>
              <a:ext cx="5038559" cy="3089682"/>
            </a:xfrm>
            <a:prstGeom prst="rect">
              <a:avLst/>
            </a:prstGeom>
          </p:spPr>
        </p:pic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4EB3AC36-B412-9511-3D81-4327B7AB8A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3934" y="1997151"/>
              <a:ext cx="515584" cy="515584"/>
            </a:xfrm>
            <a:prstGeom prst="rect">
              <a:avLst/>
            </a:prstGeom>
            <a:noFill/>
            <a:scene3d>
              <a:camera prst="orthographicFront">
                <a:rot lat="3000000" lon="0" rev="0"/>
              </a:camera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C468E80-7B3F-ADAC-AA5F-03EA261C72BC}"/>
              </a:ext>
            </a:extLst>
          </p:cNvPr>
          <p:cNvGrpSpPr/>
          <p:nvPr/>
        </p:nvGrpSpPr>
        <p:grpSpPr>
          <a:xfrm>
            <a:off x="346267" y="3530634"/>
            <a:ext cx="8094910" cy="2945260"/>
            <a:chOff x="346267" y="3530634"/>
            <a:chExt cx="8094910" cy="2945260"/>
          </a:xfrm>
        </p:grpSpPr>
        <p:grpSp>
          <p:nvGrpSpPr>
            <p:cNvPr id="2056" name="그룹 2055">
              <a:extLst>
                <a:ext uri="{FF2B5EF4-FFF2-40B4-BE49-F238E27FC236}">
                  <a16:creationId xmlns:a16="http://schemas.microsoft.com/office/drawing/2014/main" id="{029F5FDA-29A3-7484-0E42-F3F4C70D4AE0}"/>
                </a:ext>
              </a:extLst>
            </p:cNvPr>
            <p:cNvGrpSpPr/>
            <p:nvPr/>
          </p:nvGrpSpPr>
          <p:grpSpPr>
            <a:xfrm>
              <a:off x="2626964" y="4206875"/>
              <a:ext cx="5814213" cy="2143991"/>
              <a:chOff x="2626964" y="4206875"/>
              <a:chExt cx="5814213" cy="2143991"/>
            </a:xfrm>
          </p:grpSpPr>
          <p:pic>
            <p:nvPicPr>
              <p:cNvPr id="1028" name="Picture 4" descr="키보드/레이아웃 - 나무위키">
                <a:extLst>
                  <a:ext uri="{FF2B5EF4-FFF2-40B4-BE49-F238E27FC236}">
                    <a16:creationId xmlns:a16="http://schemas.microsoft.com/office/drawing/2014/main" id="{F6B16F64-BA57-AAF7-5395-06E465F813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26964" y="4206875"/>
                <a:ext cx="5814213" cy="21439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모서리가 둥근 직사각형 2">
                <a:extLst>
                  <a:ext uri="{FF2B5EF4-FFF2-40B4-BE49-F238E27FC236}">
                    <a16:creationId xmlns:a16="http://schemas.microsoft.com/office/drawing/2014/main" id="{A1295720-3F35-3FF1-951F-3131692E69CD}"/>
                  </a:ext>
                </a:extLst>
              </p:cNvPr>
              <p:cNvSpPr/>
              <p:nvPr/>
            </p:nvSpPr>
            <p:spPr>
              <a:xfrm>
                <a:off x="3235623" y="5359463"/>
                <a:ext cx="298450" cy="307975"/>
              </a:xfrm>
              <a:prstGeom prst="roundRect">
                <a:avLst>
                  <a:gd name="adj" fmla="val 13476"/>
                </a:avLst>
              </a:prstGeom>
              <a:solidFill>
                <a:srgbClr val="FF0000">
                  <a:alpha val="251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5" name="모서리가 둥근 직사각형 4">
                <a:extLst>
                  <a:ext uri="{FF2B5EF4-FFF2-40B4-BE49-F238E27FC236}">
                    <a16:creationId xmlns:a16="http://schemas.microsoft.com/office/drawing/2014/main" id="{D96F065A-5241-92FC-6146-FA1E57B0CE18}"/>
                  </a:ext>
                </a:extLst>
              </p:cNvPr>
              <p:cNvSpPr/>
              <p:nvPr/>
            </p:nvSpPr>
            <p:spPr>
              <a:xfrm>
                <a:off x="3470348" y="5051487"/>
                <a:ext cx="298450" cy="307975"/>
              </a:xfrm>
              <a:prstGeom prst="roundRect">
                <a:avLst>
                  <a:gd name="adj" fmla="val 13476"/>
                </a:avLst>
              </a:prstGeom>
              <a:solidFill>
                <a:srgbClr val="FF0000">
                  <a:alpha val="251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8" name="모서리가 둥근 직사각형 7">
                <a:extLst>
                  <a:ext uri="{FF2B5EF4-FFF2-40B4-BE49-F238E27FC236}">
                    <a16:creationId xmlns:a16="http://schemas.microsoft.com/office/drawing/2014/main" id="{2465192B-2E17-C51A-62EE-980B074366C0}"/>
                  </a:ext>
                </a:extLst>
              </p:cNvPr>
              <p:cNvSpPr/>
              <p:nvPr/>
            </p:nvSpPr>
            <p:spPr>
              <a:xfrm>
                <a:off x="3861098" y="5362638"/>
                <a:ext cx="298450" cy="307975"/>
              </a:xfrm>
              <a:prstGeom prst="roundRect">
                <a:avLst>
                  <a:gd name="adj" fmla="val 13476"/>
                </a:avLst>
              </a:prstGeom>
              <a:solidFill>
                <a:srgbClr val="FF0000">
                  <a:alpha val="251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9" name="모서리가 둥근 직사각형 8">
                <a:extLst>
                  <a:ext uri="{FF2B5EF4-FFF2-40B4-BE49-F238E27FC236}">
                    <a16:creationId xmlns:a16="http://schemas.microsoft.com/office/drawing/2014/main" id="{E365136B-A828-7179-06DB-F86BCEFB38B2}"/>
                  </a:ext>
                </a:extLst>
              </p:cNvPr>
              <p:cNvSpPr/>
              <p:nvPr/>
            </p:nvSpPr>
            <p:spPr>
              <a:xfrm>
                <a:off x="3548360" y="5366519"/>
                <a:ext cx="298450" cy="307975"/>
              </a:xfrm>
              <a:prstGeom prst="roundRect">
                <a:avLst>
                  <a:gd name="adj" fmla="val 6378"/>
                </a:avLst>
              </a:prstGeom>
              <a:solidFill>
                <a:srgbClr val="FF0000">
                  <a:alpha val="251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0" name="모서리가 둥근 직사각형 9">
                <a:extLst>
                  <a:ext uri="{FF2B5EF4-FFF2-40B4-BE49-F238E27FC236}">
                    <a16:creationId xmlns:a16="http://schemas.microsoft.com/office/drawing/2014/main" id="{19C5BEE3-5753-BB18-F174-1ACDE24CD8D3}"/>
                  </a:ext>
                </a:extLst>
              </p:cNvPr>
              <p:cNvSpPr/>
              <p:nvPr/>
            </p:nvSpPr>
            <p:spPr>
              <a:xfrm>
                <a:off x="3163960" y="5051487"/>
                <a:ext cx="298450" cy="307975"/>
              </a:xfrm>
              <a:prstGeom prst="roundRect">
                <a:avLst>
                  <a:gd name="adj" fmla="val 13476"/>
                </a:avLst>
              </a:prstGeom>
              <a:solidFill>
                <a:srgbClr val="FFC000">
                  <a:alpha val="251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3" name="모서리가 둥근 직사각형 12">
                <a:extLst>
                  <a:ext uri="{FF2B5EF4-FFF2-40B4-BE49-F238E27FC236}">
                    <a16:creationId xmlns:a16="http://schemas.microsoft.com/office/drawing/2014/main" id="{D3B57C7A-3C9E-C917-EBF0-0F9D175BA81F}"/>
                  </a:ext>
                </a:extLst>
              </p:cNvPr>
              <p:cNvSpPr/>
              <p:nvPr/>
            </p:nvSpPr>
            <p:spPr>
              <a:xfrm>
                <a:off x="3778211" y="5051487"/>
                <a:ext cx="298450" cy="307975"/>
              </a:xfrm>
              <a:prstGeom prst="roundRect">
                <a:avLst>
                  <a:gd name="adj" fmla="val 13476"/>
                </a:avLst>
              </a:prstGeom>
              <a:solidFill>
                <a:srgbClr val="00B050">
                  <a:alpha val="251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kumimoji="1" lang="ko-KR" altLang="en-US" dirty="0"/>
              </a:p>
            </p:txBody>
          </p:sp>
          <p:sp>
            <p:nvSpPr>
              <p:cNvPr id="15" name="모서리가 둥근 직사각형 14">
                <a:extLst>
                  <a:ext uri="{FF2B5EF4-FFF2-40B4-BE49-F238E27FC236}">
                    <a16:creationId xmlns:a16="http://schemas.microsoft.com/office/drawing/2014/main" id="{852C57DC-9ABF-E1E5-4B1B-AFC2F5239B0C}"/>
                  </a:ext>
                </a:extLst>
              </p:cNvPr>
              <p:cNvSpPr/>
              <p:nvPr/>
            </p:nvSpPr>
            <p:spPr>
              <a:xfrm>
                <a:off x="4090500" y="5035610"/>
                <a:ext cx="313186" cy="323852"/>
              </a:xfrm>
              <a:prstGeom prst="roundRect">
                <a:avLst>
                  <a:gd name="adj" fmla="val 13476"/>
                </a:avLst>
              </a:prstGeom>
              <a:solidFill>
                <a:srgbClr val="00B0F0">
                  <a:alpha val="251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kumimoji="1" lang="ko-KR" altLang="en-US" dirty="0"/>
              </a:p>
            </p:txBody>
          </p:sp>
          <p:sp>
            <p:nvSpPr>
              <p:cNvPr id="18" name="모서리가 둥근 직사각형 17">
                <a:extLst>
                  <a:ext uri="{FF2B5EF4-FFF2-40B4-BE49-F238E27FC236}">
                    <a16:creationId xmlns:a16="http://schemas.microsoft.com/office/drawing/2014/main" id="{B69EE8F9-266E-0662-7989-C1AE09139D56}"/>
                  </a:ext>
                </a:extLst>
              </p:cNvPr>
              <p:cNvSpPr/>
              <p:nvPr/>
            </p:nvSpPr>
            <p:spPr>
              <a:xfrm>
                <a:off x="2685244" y="5051487"/>
                <a:ext cx="462534" cy="307975"/>
              </a:xfrm>
              <a:prstGeom prst="roundRect">
                <a:avLst>
                  <a:gd name="adj" fmla="val 13476"/>
                </a:avLst>
              </a:prstGeom>
              <a:solidFill>
                <a:srgbClr val="002060">
                  <a:alpha val="251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22" name="모서리가 둥근 직사각형 21">
                <a:extLst>
                  <a:ext uri="{FF2B5EF4-FFF2-40B4-BE49-F238E27FC236}">
                    <a16:creationId xmlns:a16="http://schemas.microsoft.com/office/drawing/2014/main" id="{4230562F-1953-14C4-544D-0B8A6FE7AEE0}"/>
                  </a:ext>
                </a:extLst>
              </p:cNvPr>
              <p:cNvSpPr/>
              <p:nvPr/>
            </p:nvSpPr>
            <p:spPr>
              <a:xfrm>
                <a:off x="2996647" y="4744378"/>
                <a:ext cx="314783" cy="307975"/>
              </a:xfrm>
              <a:prstGeom prst="roundRect">
                <a:avLst>
                  <a:gd name="adj" fmla="val 13476"/>
                </a:avLst>
              </a:prstGeom>
              <a:solidFill>
                <a:srgbClr val="7030A0">
                  <a:alpha val="251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23" name="모서리가 둥근 직사각형 22">
                <a:extLst>
                  <a:ext uri="{FF2B5EF4-FFF2-40B4-BE49-F238E27FC236}">
                    <a16:creationId xmlns:a16="http://schemas.microsoft.com/office/drawing/2014/main" id="{5923F778-1E0C-AEDF-9F10-4B96C05BBC19}"/>
                  </a:ext>
                </a:extLst>
              </p:cNvPr>
              <p:cNvSpPr/>
              <p:nvPr/>
            </p:nvSpPr>
            <p:spPr>
              <a:xfrm>
                <a:off x="3303772" y="4736455"/>
                <a:ext cx="314783" cy="307975"/>
              </a:xfrm>
              <a:prstGeom prst="roundRect">
                <a:avLst>
                  <a:gd name="adj" fmla="val 13476"/>
                </a:avLst>
              </a:prstGeom>
              <a:solidFill>
                <a:srgbClr val="7030A0">
                  <a:alpha val="251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24" name="모서리가 둥근 직사각형 23">
                <a:extLst>
                  <a:ext uri="{FF2B5EF4-FFF2-40B4-BE49-F238E27FC236}">
                    <a16:creationId xmlns:a16="http://schemas.microsoft.com/office/drawing/2014/main" id="{D66F3E24-2E33-402F-D76F-254C590FD860}"/>
                  </a:ext>
                </a:extLst>
              </p:cNvPr>
              <p:cNvSpPr/>
              <p:nvPr/>
            </p:nvSpPr>
            <p:spPr>
              <a:xfrm>
                <a:off x="3625475" y="4727635"/>
                <a:ext cx="298450" cy="307975"/>
              </a:xfrm>
              <a:prstGeom prst="roundRect">
                <a:avLst>
                  <a:gd name="adj" fmla="val 13476"/>
                </a:avLst>
              </a:prstGeom>
              <a:solidFill>
                <a:srgbClr val="7030A0">
                  <a:alpha val="251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25" name="모서리가 둥근 직사각형 24">
                <a:extLst>
                  <a:ext uri="{FF2B5EF4-FFF2-40B4-BE49-F238E27FC236}">
                    <a16:creationId xmlns:a16="http://schemas.microsoft.com/office/drawing/2014/main" id="{6C882FBE-23D6-7ECE-A93A-206CA3C8B3FF}"/>
                  </a:ext>
                </a:extLst>
              </p:cNvPr>
              <p:cNvSpPr/>
              <p:nvPr/>
            </p:nvSpPr>
            <p:spPr>
              <a:xfrm>
                <a:off x="3931863" y="4741924"/>
                <a:ext cx="321701" cy="307975"/>
              </a:xfrm>
              <a:prstGeom prst="roundRect">
                <a:avLst>
                  <a:gd name="adj" fmla="val 13476"/>
                </a:avLst>
              </a:prstGeom>
              <a:solidFill>
                <a:srgbClr val="7030A0">
                  <a:alpha val="2515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26" name="모서리가 둥근 직사각형 25">
                <a:extLst>
                  <a:ext uri="{FF2B5EF4-FFF2-40B4-BE49-F238E27FC236}">
                    <a16:creationId xmlns:a16="http://schemas.microsoft.com/office/drawing/2014/main" id="{67267666-DEE9-CA64-1EE0-1A7718C11859}"/>
                  </a:ext>
                </a:extLst>
              </p:cNvPr>
              <p:cNvSpPr/>
              <p:nvPr/>
            </p:nvSpPr>
            <p:spPr>
              <a:xfrm>
                <a:off x="3861097" y="5983352"/>
                <a:ext cx="1956555" cy="307975"/>
              </a:xfrm>
              <a:prstGeom prst="roundRect">
                <a:avLst>
                  <a:gd name="adj" fmla="val 13476"/>
                </a:avLst>
              </a:prstGeom>
              <a:solidFill>
                <a:schemeClr val="tx1">
                  <a:alpha val="25151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DA88FDF-625B-60B1-8208-806A3F21663C}"/>
                </a:ext>
              </a:extLst>
            </p:cNvPr>
            <p:cNvSpPr txBox="1"/>
            <p:nvPr/>
          </p:nvSpPr>
          <p:spPr>
            <a:xfrm>
              <a:off x="346267" y="4490368"/>
              <a:ext cx="1005403" cy="338554"/>
            </a:xfrm>
            <a:prstGeom prst="rect">
              <a:avLst/>
            </a:prstGeom>
            <a:noFill/>
            <a:ln w="19050">
              <a:solidFill>
                <a:srgbClr val="108AFB"/>
              </a:solidFill>
            </a:ln>
          </p:spPr>
          <p:txBody>
            <a:bodyPr wrap="none" lIns="91440" tIns="45720" rIns="91440" bIns="45720" rtlCol="0" anchor="ctr">
              <a:spAutoFit/>
            </a:bodyPr>
            <a:lstStyle/>
            <a:p>
              <a:pPr algn="ctr"/>
              <a:r>
                <a:rPr kumimoji="1" lang="ko-KR" altLang="en-US" sz="1600" dirty="0">
                  <a:latin typeface="+mn-ea"/>
                </a:rPr>
                <a:t>감정표현</a:t>
              </a:r>
              <a:endParaRPr lang="ko-KR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3982990-F4A1-5261-7C01-30CC0DD1B8C5}"/>
                </a:ext>
              </a:extLst>
            </p:cNvPr>
            <p:cNvSpPr txBox="1"/>
            <p:nvPr/>
          </p:nvSpPr>
          <p:spPr>
            <a:xfrm>
              <a:off x="2033385" y="3530634"/>
              <a:ext cx="897298" cy="338554"/>
            </a:xfrm>
            <a:prstGeom prst="rect">
              <a:avLst/>
            </a:prstGeom>
            <a:noFill/>
            <a:ln w="19050">
              <a:solidFill>
                <a:srgbClr val="108AFB"/>
              </a:solidFill>
            </a:ln>
          </p:spPr>
          <p:txBody>
            <a:bodyPr wrap="none" lIns="91440" tIns="45720" rIns="91440" bIns="45720" rtlCol="0" anchor="ctr">
              <a:spAutoFit/>
            </a:bodyPr>
            <a:lstStyle/>
            <a:p>
              <a:pPr algn="ctr"/>
              <a:r>
                <a:rPr kumimoji="1" lang="en-US" altLang="ko-KR" sz="1600" dirty="0">
                  <a:latin typeface="+mn-ea"/>
                </a:rPr>
                <a:t>EX </a:t>
              </a:r>
              <a:r>
                <a:rPr kumimoji="1" lang="ko-KR" altLang="en-US" sz="1600" dirty="0">
                  <a:latin typeface="+mn-ea"/>
                </a:rPr>
                <a:t>스킬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FB35FCF-653B-D9FA-26E3-2273C3663646}"/>
                </a:ext>
              </a:extLst>
            </p:cNvPr>
            <p:cNvSpPr txBox="1"/>
            <p:nvPr/>
          </p:nvSpPr>
          <p:spPr>
            <a:xfrm>
              <a:off x="346267" y="4939946"/>
              <a:ext cx="1005403" cy="338554"/>
            </a:xfrm>
            <a:prstGeom prst="rect">
              <a:avLst/>
            </a:prstGeom>
            <a:noFill/>
            <a:ln w="19050">
              <a:solidFill>
                <a:srgbClr val="108AFB"/>
              </a:solidFill>
            </a:ln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kumimoji="1" lang="ko-KR" altLang="en-US" sz="1600" dirty="0">
                  <a:latin typeface="+mn-ea"/>
                </a:rPr>
                <a:t>진행현황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DD2123D-AE0E-D486-B609-79ABF92CF70F}"/>
                </a:ext>
              </a:extLst>
            </p:cNvPr>
            <p:cNvSpPr txBox="1"/>
            <p:nvPr/>
          </p:nvSpPr>
          <p:spPr>
            <a:xfrm>
              <a:off x="712709" y="5705985"/>
              <a:ext cx="595035" cy="338554"/>
            </a:xfrm>
            <a:prstGeom prst="rect">
              <a:avLst/>
            </a:prstGeom>
            <a:noFill/>
            <a:ln w="19050">
              <a:solidFill>
                <a:srgbClr val="108AFB"/>
              </a:solidFill>
            </a:ln>
          </p:spPr>
          <p:txBody>
            <a:bodyPr wrap="none" lIns="91440" tIns="45720" rIns="91440" bIns="45720" rtlCol="0" anchor="ctr">
              <a:spAutoFit/>
            </a:bodyPr>
            <a:lstStyle/>
            <a:p>
              <a:pPr algn="ctr"/>
              <a:r>
                <a:rPr kumimoji="1" lang="ko-KR" altLang="en-US" sz="1600" dirty="0">
                  <a:latin typeface="+mn-ea"/>
                </a:rPr>
                <a:t>이동</a:t>
              </a:r>
            </a:p>
          </p:txBody>
        </p:sp>
        <p:sp>
          <p:nvSpPr>
            <p:cNvPr id="1034" name="TextBox 1033">
              <a:extLst>
                <a:ext uri="{FF2B5EF4-FFF2-40B4-BE49-F238E27FC236}">
                  <a16:creationId xmlns:a16="http://schemas.microsoft.com/office/drawing/2014/main" id="{22940749-240E-F654-DFB4-EE040C81D964}"/>
                </a:ext>
              </a:extLst>
            </p:cNvPr>
            <p:cNvSpPr txBox="1"/>
            <p:nvPr/>
          </p:nvSpPr>
          <p:spPr>
            <a:xfrm>
              <a:off x="3404325" y="3530634"/>
              <a:ext cx="595035" cy="338554"/>
            </a:xfrm>
            <a:prstGeom prst="rect">
              <a:avLst/>
            </a:prstGeom>
            <a:noFill/>
            <a:ln w="19050">
              <a:solidFill>
                <a:srgbClr val="108AFB"/>
              </a:solidFill>
            </a:ln>
          </p:spPr>
          <p:txBody>
            <a:bodyPr wrap="none" lIns="91440" tIns="45720" rIns="91440" bIns="45720" rtlCol="0" anchor="ctr">
              <a:spAutoFit/>
            </a:bodyPr>
            <a:lstStyle/>
            <a:p>
              <a:pPr algn="ctr"/>
              <a:r>
                <a:rPr kumimoji="1" lang="ko-KR" altLang="en-US" sz="1600" dirty="0">
                  <a:latin typeface="+mn-ea"/>
                </a:rPr>
                <a:t>스킬</a:t>
              </a:r>
            </a:p>
          </p:txBody>
        </p:sp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8E9433CC-7DC5-D997-87AC-BFAE28DF7E8A}"/>
                </a:ext>
              </a:extLst>
            </p:cNvPr>
            <p:cNvSpPr txBox="1"/>
            <p:nvPr/>
          </p:nvSpPr>
          <p:spPr>
            <a:xfrm>
              <a:off x="4345602" y="3530634"/>
              <a:ext cx="800220" cy="338554"/>
            </a:xfrm>
            <a:prstGeom prst="rect">
              <a:avLst/>
            </a:prstGeom>
            <a:noFill/>
            <a:ln w="19050">
              <a:solidFill>
                <a:srgbClr val="108AFB"/>
              </a:solidFill>
            </a:ln>
          </p:spPr>
          <p:txBody>
            <a:bodyPr wrap="none" lIns="91440" tIns="45720" rIns="91440" bIns="45720" rtlCol="0" anchor="ctr">
              <a:spAutoFit/>
            </a:bodyPr>
            <a:lstStyle/>
            <a:p>
              <a:pPr algn="ctr"/>
              <a:r>
                <a:rPr kumimoji="1" lang="ko-KR" altLang="en-US" sz="1600" dirty="0">
                  <a:latin typeface="+mn-ea"/>
                </a:rPr>
                <a:t>재장전</a:t>
              </a:r>
            </a:p>
          </p:txBody>
        </p:sp>
        <p:sp>
          <p:nvSpPr>
            <p:cNvPr id="1081" name="TextBox 1080">
              <a:extLst>
                <a:ext uri="{FF2B5EF4-FFF2-40B4-BE49-F238E27FC236}">
                  <a16:creationId xmlns:a16="http://schemas.microsoft.com/office/drawing/2014/main" id="{0033F8FB-C1DF-6375-81F4-38BCE31A07DF}"/>
                </a:ext>
              </a:extLst>
            </p:cNvPr>
            <p:cNvSpPr txBox="1"/>
            <p:nvPr/>
          </p:nvSpPr>
          <p:spPr>
            <a:xfrm>
              <a:off x="712708" y="6137340"/>
              <a:ext cx="595035" cy="338554"/>
            </a:xfrm>
            <a:prstGeom prst="rect">
              <a:avLst/>
            </a:prstGeom>
            <a:noFill/>
            <a:ln w="19050">
              <a:solidFill>
                <a:srgbClr val="108AFB"/>
              </a:solidFill>
            </a:ln>
          </p:spPr>
          <p:txBody>
            <a:bodyPr wrap="none" lIns="91440" tIns="45720" rIns="91440" bIns="45720" rtlCol="0" anchor="ctr">
              <a:spAutoFit/>
            </a:bodyPr>
            <a:lstStyle/>
            <a:p>
              <a:pPr algn="ctr"/>
              <a:r>
                <a:rPr kumimoji="1" lang="ko-KR" altLang="en-US" sz="1600" dirty="0">
                  <a:latin typeface="+mn-ea"/>
                </a:rPr>
                <a:t>점프</a:t>
              </a:r>
            </a:p>
          </p:txBody>
        </p:sp>
        <p:cxnSp>
          <p:nvCxnSpPr>
            <p:cNvPr id="2058" name="꺾인 연결선[E] 2057">
              <a:extLst>
                <a:ext uri="{FF2B5EF4-FFF2-40B4-BE49-F238E27FC236}">
                  <a16:creationId xmlns:a16="http://schemas.microsoft.com/office/drawing/2014/main" id="{B8015D24-84D2-FE5F-2999-E064DFF1E4EC}"/>
                </a:ext>
              </a:extLst>
            </p:cNvPr>
            <p:cNvCxnSpPr>
              <a:cxnSpLocks/>
              <a:stCxn id="62" idx="3"/>
              <a:endCxn id="3" idx="1"/>
            </p:cNvCxnSpPr>
            <p:nvPr/>
          </p:nvCxnSpPr>
          <p:spPr>
            <a:xfrm flipV="1">
              <a:off x="1307744" y="5513451"/>
              <a:ext cx="1927879" cy="361811"/>
            </a:xfrm>
            <a:prstGeom prst="bentConnector3">
              <a:avLst>
                <a:gd name="adj1" fmla="val 36523"/>
              </a:avLst>
            </a:prstGeom>
            <a:ln>
              <a:solidFill>
                <a:srgbClr val="108AF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0" name="꺾인 연결선[E] 2059">
              <a:extLst>
                <a:ext uri="{FF2B5EF4-FFF2-40B4-BE49-F238E27FC236}">
                  <a16:creationId xmlns:a16="http://schemas.microsoft.com/office/drawing/2014/main" id="{CD4462D7-0E78-1F28-635B-2CCFEE6B1D7A}"/>
                </a:ext>
              </a:extLst>
            </p:cNvPr>
            <p:cNvCxnSpPr>
              <a:cxnSpLocks/>
              <a:stCxn id="61" idx="3"/>
              <a:endCxn id="18" idx="1"/>
            </p:cNvCxnSpPr>
            <p:nvPr/>
          </p:nvCxnSpPr>
          <p:spPr>
            <a:xfrm>
              <a:off x="1351670" y="5109223"/>
              <a:ext cx="1333574" cy="96252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08AF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꺾인 연결선[E] 2070">
              <a:extLst>
                <a:ext uri="{FF2B5EF4-FFF2-40B4-BE49-F238E27FC236}">
                  <a16:creationId xmlns:a16="http://schemas.microsoft.com/office/drawing/2014/main" id="{50700F43-E04E-EDE7-858F-ECF4CF0B2797}"/>
                </a:ext>
              </a:extLst>
            </p:cNvPr>
            <p:cNvCxnSpPr>
              <a:cxnSpLocks/>
              <a:stCxn id="59" idx="3"/>
            </p:cNvCxnSpPr>
            <p:nvPr/>
          </p:nvCxnSpPr>
          <p:spPr>
            <a:xfrm>
              <a:off x="1351670" y="4659645"/>
              <a:ext cx="1601051" cy="240562"/>
            </a:xfrm>
            <a:prstGeom prst="bentConnector3">
              <a:avLst/>
            </a:prstGeom>
            <a:ln>
              <a:solidFill>
                <a:srgbClr val="108AF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꺾인 연결선[E] 2080">
              <a:extLst>
                <a:ext uri="{FF2B5EF4-FFF2-40B4-BE49-F238E27FC236}">
                  <a16:creationId xmlns:a16="http://schemas.microsoft.com/office/drawing/2014/main" id="{FC4FF11C-C92F-2CBB-2CB5-FD959B5154EF}"/>
                </a:ext>
              </a:extLst>
            </p:cNvPr>
            <p:cNvCxnSpPr>
              <a:cxnSpLocks/>
              <a:stCxn id="1081" idx="3"/>
              <a:endCxn id="26" idx="1"/>
            </p:cNvCxnSpPr>
            <p:nvPr/>
          </p:nvCxnSpPr>
          <p:spPr>
            <a:xfrm flipV="1">
              <a:off x="1307743" y="6137340"/>
              <a:ext cx="2553354" cy="169277"/>
            </a:xfrm>
            <a:prstGeom prst="bentConnector3">
              <a:avLst>
                <a:gd name="adj1" fmla="val 32231"/>
              </a:avLst>
            </a:prstGeom>
            <a:ln>
              <a:solidFill>
                <a:srgbClr val="108AF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꺾인 연결선[E] 2084">
              <a:extLst>
                <a:ext uri="{FF2B5EF4-FFF2-40B4-BE49-F238E27FC236}">
                  <a16:creationId xmlns:a16="http://schemas.microsoft.com/office/drawing/2014/main" id="{D9FE5559-D097-0167-F0A9-0A4AC26FFF43}"/>
                </a:ext>
              </a:extLst>
            </p:cNvPr>
            <p:cNvCxnSpPr>
              <a:cxnSpLocks/>
              <a:stCxn id="60" idx="2"/>
              <a:endCxn id="10" idx="0"/>
            </p:cNvCxnSpPr>
            <p:nvPr/>
          </p:nvCxnSpPr>
          <p:spPr>
            <a:xfrm rot="16200000" flipH="1">
              <a:off x="2306460" y="4044761"/>
              <a:ext cx="1182299" cy="831151"/>
            </a:xfrm>
            <a:prstGeom prst="bentConnector3">
              <a:avLst>
                <a:gd name="adj1" fmla="val 65907"/>
              </a:avLst>
            </a:prstGeom>
            <a:ln>
              <a:solidFill>
                <a:srgbClr val="108AF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꺾인 연결선[E] 2087">
              <a:extLst>
                <a:ext uri="{FF2B5EF4-FFF2-40B4-BE49-F238E27FC236}">
                  <a16:creationId xmlns:a16="http://schemas.microsoft.com/office/drawing/2014/main" id="{4EB5A624-4D91-E093-1C63-DA0911E73166}"/>
                </a:ext>
              </a:extLst>
            </p:cNvPr>
            <p:cNvCxnSpPr>
              <a:cxnSpLocks/>
              <a:stCxn id="1034" idx="2"/>
              <a:endCxn id="13" idx="0"/>
            </p:cNvCxnSpPr>
            <p:nvPr/>
          </p:nvCxnSpPr>
          <p:spPr>
            <a:xfrm rot="16200000" flipH="1">
              <a:off x="3223490" y="4347540"/>
              <a:ext cx="1182299" cy="225593"/>
            </a:xfrm>
            <a:prstGeom prst="bentConnector3">
              <a:avLst>
                <a:gd name="adj1" fmla="val 65677"/>
              </a:avLst>
            </a:prstGeom>
            <a:ln>
              <a:solidFill>
                <a:srgbClr val="108AF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꺾인 연결선[E] 2090">
              <a:extLst>
                <a:ext uri="{FF2B5EF4-FFF2-40B4-BE49-F238E27FC236}">
                  <a16:creationId xmlns:a16="http://schemas.microsoft.com/office/drawing/2014/main" id="{D282A5FC-F3CE-8779-49E0-E3D388AB8475}"/>
                </a:ext>
              </a:extLst>
            </p:cNvPr>
            <p:cNvCxnSpPr>
              <a:cxnSpLocks/>
              <a:stCxn id="1036" idx="2"/>
              <a:endCxn id="15" idx="0"/>
            </p:cNvCxnSpPr>
            <p:nvPr/>
          </p:nvCxnSpPr>
          <p:spPr>
            <a:xfrm rot="5400000">
              <a:off x="3913192" y="4203090"/>
              <a:ext cx="1166422" cy="498619"/>
            </a:xfrm>
            <a:prstGeom prst="bentConnector3">
              <a:avLst>
                <a:gd name="adj1" fmla="val 66168"/>
              </a:avLst>
            </a:prstGeom>
            <a:ln>
              <a:solidFill>
                <a:srgbClr val="108AF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204D324-E6BC-1352-2582-425BAE324F1E}"/>
              </a:ext>
            </a:extLst>
          </p:cNvPr>
          <p:cNvGrpSpPr/>
          <p:nvPr/>
        </p:nvGrpSpPr>
        <p:grpSpPr>
          <a:xfrm>
            <a:off x="8858847" y="3259722"/>
            <a:ext cx="2147419" cy="3095453"/>
            <a:chOff x="8858847" y="3259722"/>
            <a:chExt cx="2147419" cy="3095453"/>
          </a:xfrm>
        </p:grpSpPr>
        <p:pic>
          <p:nvPicPr>
            <p:cNvPr id="1030" name="Picture 6" descr="컴퓨터 마우스 - 무료 과학 기술개 아이콘">
              <a:extLst>
                <a:ext uri="{FF2B5EF4-FFF2-40B4-BE49-F238E27FC236}">
                  <a16:creationId xmlns:a16="http://schemas.microsoft.com/office/drawing/2014/main" id="{708A0DBF-0911-F664-0C9B-58B6BC0095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8847" y="4207756"/>
              <a:ext cx="2147419" cy="2147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07" name="TextBox 2106">
              <a:extLst>
                <a:ext uri="{FF2B5EF4-FFF2-40B4-BE49-F238E27FC236}">
                  <a16:creationId xmlns:a16="http://schemas.microsoft.com/office/drawing/2014/main" id="{EA703739-AA4E-5CE1-B0CE-F2E59E92016B}"/>
                </a:ext>
              </a:extLst>
            </p:cNvPr>
            <p:cNvSpPr txBox="1"/>
            <p:nvPr/>
          </p:nvSpPr>
          <p:spPr>
            <a:xfrm>
              <a:off x="10245295" y="3259723"/>
              <a:ext cx="595035" cy="338554"/>
            </a:xfrm>
            <a:prstGeom prst="rect">
              <a:avLst/>
            </a:prstGeom>
            <a:noFill/>
            <a:ln w="19050">
              <a:solidFill>
                <a:srgbClr val="108AFB"/>
              </a:solidFill>
            </a:ln>
          </p:spPr>
          <p:txBody>
            <a:bodyPr wrap="none" lIns="91440" tIns="45720" rIns="91440" bIns="45720" rtlCol="0" anchor="ctr">
              <a:spAutoFit/>
            </a:bodyPr>
            <a:lstStyle/>
            <a:p>
              <a:pPr algn="ctr"/>
              <a:r>
                <a:rPr kumimoji="1" lang="ko-KR" altLang="en-US" sz="1600" dirty="0">
                  <a:latin typeface="+mn-ea"/>
                </a:rPr>
                <a:t>조준</a:t>
              </a:r>
            </a:p>
          </p:txBody>
        </p:sp>
        <p:cxnSp>
          <p:nvCxnSpPr>
            <p:cNvPr id="2108" name="꺾인 연결선[E] 2107">
              <a:extLst>
                <a:ext uri="{FF2B5EF4-FFF2-40B4-BE49-F238E27FC236}">
                  <a16:creationId xmlns:a16="http://schemas.microsoft.com/office/drawing/2014/main" id="{65E254E5-D6F7-DF5C-0230-3ECEAAC4F64B}"/>
                </a:ext>
              </a:extLst>
            </p:cNvPr>
            <p:cNvCxnSpPr>
              <a:cxnSpLocks/>
              <a:stCxn id="2107" idx="2"/>
            </p:cNvCxnSpPr>
            <p:nvPr/>
          </p:nvCxnSpPr>
          <p:spPr>
            <a:xfrm rot="5400000">
              <a:off x="9821004" y="4022568"/>
              <a:ext cx="1146101" cy="29751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08AF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10" name="TextBox 2109">
              <a:extLst>
                <a:ext uri="{FF2B5EF4-FFF2-40B4-BE49-F238E27FC236}">
                  <a16:creationId xmlns:a16="http://schemas.microsoft.com/office/drawing/2014/main" id="{94F029E9-948D-92BE-D587-57B47CB00553}"/>
                </a:ext>
              </a:extLst>
            </p:cNvPr>
            <p:cNvSpPr txBox="1"/>
            <p:nvPr/>
          </p:nvSpPr>
          <p:spPr>
            <a:xfrm>
              <a:off x="9002809" y="3259722"/>
              <a:ext cx="595035" cy="338554"/>
            </a:xfrm>
            <a:prstGeom prst="rect">
              <a:avLst/>
            </a:prstGeom>
            <a:noFill/>
            <a:ln w="19050">
              <a:solidFill>
                <a:srgbClr val="108AFB"/>
              </a:solidFill>
            </a:ln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kumimoji="1" lang="ko-KR" altLang="en-US" sz="1600" dirty="0">
                  <a:latin typeface="+mn-ea"/>
                </a:rPr>
                <a:t>공격</a:t>
              </a:r>
            </a:p>
          </p:txBody>
        </p:sp>
        <p:cxnSp>
          <p:nvCxnSpPr>
            <p:cNvPr id="2111" name="꺾인 연결선[E] 2110">
              <a:extLst>
                <a:ext uri="{FF2B5EF4-FFF2-40B4-BE49-F238E27FC236}">
                  <a16:creationId xmlns:a16="http://schemas.microsoft.com/office/drawing/2014/main" id="{CF4FD112-ADC0-AE23-B098-594A2469EF3F}"/>
                </a:ext>
              </a:extLst>
            </p:cNvPr>
            <p:cNvCxnSpPr>
              <a:cxnSpLocks/>
              <a:stCxn id="2110" idx="2"/>
            </p:cNvCxnSpPr>
            <p:nvPr/>
          </p:nvCxnSpPr>
          <p:spPr>
            <a:xfrm rot="16200000" flipH="1">
              <a:off x="8863592" y="4035011"/>
              <a:ext cx="1138178" cy="26470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08AF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E0617CB9-AC5E-0BEA-5B12-E04561FD5766}"/>
              </a:ext>
            </a:extLst>
          </p:cNvPr>
          <p:cNvGrpSpPr/>
          <p:nvPr/>
        </p:nvGrpSpPr>
        <p:grpSpPr>
          <a:xfrm>
            <a:off x="0" y="151273"/>
            <a:ext cx="2063706" cy="461665"/>
            <a:chOff x="702760" y="416383"/>
            <a:chExt cx="2063706" cy="46166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B681A5-8848-BBAE-7046-84036EC3469C}"/>
                </a:ext>
              </a:extLst>
            </p:cNvPr>
            <p:cNvSpPr txBox="1"/>
            <p:nvPr/>
          </p:nvSpPr>
          <p:spPr>
            <a:xfrm>
              <a:off x="874601" y="416383"/>
              <a:ext cx="18918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latin typeface="+mj-ea"/>
                  <a:ea typeface="+mj-ea"/>
                </a:rPr>
                <a:t>2.</a:t>
              </a:r>
              <a:r>
                <a:rPr kumimoji="1" lang="ko-KR" altLang="en-US" sz="2400" b="1" dirty="0">
                  <a:latin typeface="+mj-ea"/>
                  <a:ea typeface="+mj-ea"/>
                </a:rPr>
                <a:t> 게임 방법</a:t>
              </a:r>
            </a:p>
          </p:txBody>
        </p:sp>
        <p:cxnSp>
          <p:nvCxnSpPr>
            <p:cNvPr id="11" name="직선 연결선[R] 10">
              <a:extLst>
                <a:ext uri="{FF2B5EF4-FFF2-40B4-BE49-F238E27FC236}">
                  <a16:creationId xmlns:a16="http://schemas.microsoft.com/office/drawing/2014/main" id="{49C76EB8-F1D2-5953-53E6-20FCDA32A470}"/>
                </a:ext>
              </a:extLst>
            </p:cNvPr>
            <p:cNvCxnSpPr>
              <a:cxnSpLocks/>
            </p:cNvCxnSpPr>
            <p:nvPr/>
          </p:nvCxnSpPr>
          <p:spPr>
            <a:xfrm>
              <a:off x="702760" y="878048"/>
              <a:ext cx="2063706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203E1C7-22A5-566B-F7AF-33D65D4AA82E}"/>
              </a:ext>
            </a:extLst>
          </p:cNvPr>
          <p:cNvSpPr txBox="1"/>
          <p:nvPr/>
        </p:nvSpPr>
        <p:spPr>
          <a:xfrm>
            <a:off x="11883902" y="6550223"/>
            <a:ext cx="308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+mn-ea"/>
              </a:rPr>
              <a:t>7</a:t>
            </a:r>
            <a:endParaRPr kumimoji="1"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7193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9DB3E-9068-6ACF-40CB-4C4312E21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F2F9EDF4-B024-C52C-1FCA-64F301018476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26AF96A-283E-1647-6937-E70450E6E8E6}"/>
              </a:ext>
            </a:extLst>
          </p:cNvPr>
          <p:cNvSpPr txBox="1"/>
          <p:nvPr/>
        </p:nvSpPr>
        <p:spPr>
          <a:xfrm>
            <a:off x="6096000" y="614249"/>
            <a:ext cx="3868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다른 </a:t>
            </a:r>
            <a:r>
              <a:rPr kumimoji="1" lang="en-US" altLang="ko-KR" sz="2400" b="1" dirty="0">
                <a:latin typeface="+mj-ea"/>
                <a:ea typeface="+mj-ea"/>
              </a:rPr>
              <a:t>2</a:t>
            </a:r>
            <a:r>
              <a:rPr kumimoji="1" lang="ko-KR" altLang="en-US" sz="2400" b="1" dirty="0">
                <a:latin typeface="+mj-ea"/>
                <a:ea typeface="+mj-ea"/>
              </a:rPr>
              <a:t>차 창작 게임과 비교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F3558F0-02BA-A5B5-1B8E-68EF884FB133}"/>
              </a:ext>
            </a:extLst>
          </p:cNvPr>
          <p:cNvGrpSpPr/>
          <p:nvPr/>
        </p:nvGrpSpPr>
        <p:grpSpPr>
          <a:xfrm>
            <a:off x="585516" y="3955251"/>
            <a:ext cx="3448135" cy="2317122"/>
            <a:chOff x="585516" y="3955251"/>
            <a:chExt cx="3448135" cy="231712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A174CE6-C6E3-F762-350E-5AF1141CF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5516" y="3955251"/>
              <a:ext cx="3448135" cy="193957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C5E6A9-21BB-7456-A448-70AAD415D8BB}"/>
                </a:ext>
              </a:extLst>
            </p:cNvPr>
            <p:cNvSpPr txBox="1"/>
            <p:nvPr/>
          </p:nvSpPr>
          <p:spPr>
            <a:xfrm>
              <a:off x="1070429" y="5903041"/>
              <a:ext cx="2524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 err="1">
                  <a:latin typeface="+mn-ea"/>
                </a:rPr>
                <a:t>Kivotos</a:t>
              </a:r>
              <a:r>
                <a:rPr kumimoji="1" lang="en-US" altLang="ko-KR" dirty="0">
                  <a:latin typeface="+mn-ea"/>
                </a:rPr>
                <a:t> Battlegrounds</a:t>
              </a:r>
              <a:endParaRPr kumimoji="1" lang="ko-KR" altLang="en-US" dirty="0">
                <a:latin typeface="+mn-ea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32A2BAB-2136-9EB3-2B26-9FC90EAE1B56}"/>
              </a:ext>
            </a:extLst>
          </p:cNvPr>
          <p:cNvGrpSpPr/>
          <p:nvPr/>
        </p:nvGrpSpPr>
        <p:grpSpPr>
          <a:xfrm>
            <a:off x="585516" y="1189102"/>
            <a:ext cx="3448135" cy="2328702"/>
            <a:chOff x="585516" y="1189102"/>
            <a:chExt cx="3448135" cy="232870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6FA4A43-02AA-DAC6-1997-4BE82900F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516" y="1189102"/>
              <a:ext cx="3448135" cy="193957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DDB8DA-E4EC-ACC7-9C2E-DFAC7E86EFE6}"/>
                </a:ext>
              </a:extLst>
            </p:cNvPr>
            <p:cNvSpPr txBox="1"/>
            <p:nvPr/>
          </p:nvSpPr>
          <p:spPr>
            <a:xfrm>
              <a:off x="1544790" y="3148472"/>
              <a:ext cx="15295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latin typeface="+mn-ea"/>
                </a:rPr>
                <a:t>Blue Division</a:t>
              </a:r>
              <a:endParaRPr kumimoji="1" lang="ko-KR" altLang="en-US" dirty="0">
                <a:latin typeface="+mn-ea"/>
              </a:endParaRPr>
            </a:p>
          </p:txBody>
        </p:sp>
      </p:grp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68A50FF5-54BA-BCF6-2DA7-89A621FF9D59}"/>
              </a:ext>
            </a:extLst>
          </p:cNvPr>
          <p:cNvCxnSpPr>
            <a:cxnSpLocks/>
          </p:cNvCxnSpPr>
          <p:nvPr/>
        </p:nvCxnSpPr>
        <p:spPr>
          <a:xfrm>
            <a:off x="5867400" y="1075914"/>
            <a:ext cx="6324600" cy="0"/>
          </a:xfrm>
          <a:prstGeom prst="line">
            <a:avLst/>
          </a:prstGeom>
          <a:ln w="38100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C2EC9ED-50B7-7901-C49B-F7E4E2CCB33B}"/>
              </a:ext>
            </a:extLst>
          </p:cNvPr>
          <p:cNvSpPr txBox="1"/>
          <p:nvPr/>
        </p:nvSpPr>
        <p:spPr>
          <a:xfrm>
            <a:off x="5867400" y="1075914"/>
            <a:ext cx="6324600" cy="2039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200" b="1" dirty="0">
                <a:latin typeface="+mj-ea"/>
                <a:ea typeface="+mj-ea"/>
              </a:rPr>
              <a:t>1. Blue Division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+mn-ea"/>
              </a:rPr>
              <a:t>Unity</a:t>
            </a:r>
            <a:r>
              <a:rPr kumimoji="1" lang="ko-KR" altLang="en-US" dirty="0">
                <a:latin typeface="+mn-ea"/>
              </a:rPr>
              <a:t>로 제작된 </a:t>
            </a:r>
            <a:r>
              <a:rPr kumimoji="1" lang="en-US" altLang="ko-KR" dirty="0">
                <a:latin typeface="+mn-ea"/>
              </a:rPr>
              <a:t>2</a:t>
            </a:r>
            <a:r>
              <a:rPr kumimoji="1" lang="ko-KR" altLang="en-US" dirty="0">
                <a:latin typeface="+mn-ea"/>
              </a:rPr>
              <a:t>차 창작 게임</a:t>
            </a:r>
            <a:endParaRPr kumimoji="1" lang="en-US" altLang="ko-KR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+mn-ea"/>
              </a:rPr>
              <a:t>‘Tom Clancy’s The Division’</a:t>
            </a:r>
            <a:r>
              <a:rPr kumimoji="1" lang="ko-KR" altLang="en-US" dirty="0">
                <a:latin typeface="+mn-ea"/>
              </a:rPr>
              <a:t>과 유사한 게임플레이</a:t>
            </a:r>
            <a:endParaRPr kumimoji="1" lang="en-US" altLang="ko-KR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ko-KR" altLang="en-US" dirty="0">
                <a:latin typeface="+mn-ea"/>
              </a:rPr>
              <a:t>싱글 플레이 게임</a:t>
            </a:r>
            <a:endParaRPr kumimoji="1" lang="en-US" altLang="ko-KR" dirty="0">
              <a:latin typeface="+mn-ea"/>
            </a:endParaRPr>
          </a:p>
        </p:txBody>
      </p: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3AC00C0B-0361-F2EC-4D42-244E0D23E453}"/>
              </a:ext>
            </a:extLst>
          </p:cNvPr>
          <p:cNvCxnSpPr>
            <a:cxnSpLocks/>
          </p:cNvCxnSpPr>
          <p:nvPr/>
        </p:nvCxnSpPr>
        <p:spPr>
          <a:xfrm>
            <a:off x="5867400" y="3905483"/>
            <a:ext cx="6324600" cy="0"/>
          </a:xfrm>
          <a:prstGeom prst="line">
            <a:avLst/>
          </a:prstGeom>
          <a:ln w="38100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E097F8A-3D24-6401-DB71-44312D9F8282}"/>
              </a:ext>
            </a:extLst>
          </p:cNvPr>
          <p:cNvSpPr txBox="1"/>
          <p:nvPr/>
        </p:nvSpPr>
        <p:spPr>
          <a:xfrm>
            <a:off x="5867400" y="3916499"/>
            <a:ext cx="6324600" cy="2039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200" b="1" dirty="0">
                <a:latin typeface="+mj-ea"/>
                <a:ea typeface="+mj-ea"/>
              </a:rPr>
              <a:t>2.</a:t>
            </a:r>
            <a:r>
              <a:rPr kumimoji="1" lang="ko-KR" altLang="en-US" sz="2200" b="1" dirty="0">
                <a:latin typeface="+mj-ea"/>
                <a:ea typeface="+mj-ea"/>
              </a:rPr>
              <a:t> </a:t>
            </a:r>
            <a:r>
              <a:rPr kumimoji="1" lang="en-US" altLang="ko-KR" sz="2200" b="1" dirty="0" err="1">
                <a:latin typeface="+mj-ea"/>
                <a:ea typeface="+mj-ea"/>
              </a:rPr>
              <a:t>Kivotos</a:t>
            </a:r>
            <a:r>
              <a:rPr kumimoji="1" lang="en-US" altLang="ko-KR" sz="2200" b="1" dirty="0">
                <a:latin typeface="+mj-ea"/>
                <a:ea typeface="+mj-ea"/>
              </a:rPr>
              <a:t> Battlegrounds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+mn-ea"/>
              </a:rPr>
              <a:t>‘Roblox’</a:t>
            </a:r>
            <a:r>
              <a:rPr kumimoji="1" lang="ko-KR" altLang="en-US" dirty="0" err="1">
                <a:latin typeface="+mn-ea"/>
              </a:rPr>
              <a:t>에</a:t>
            </a:r>
            <a:r>
              <a:rPr kumimoji="1" lang="ko-KR" altLang="en-US" dirty="0">
                <a:latin typeface="+mn-ea"/>
              </a:rPr>
              <a:t> 구현된 </a:t>
            </a:r>
            <a:r>
              <a:rPr kumimoji="1" lang="en-US" altLang="ko-KR" dirty="0">
                <a:latin typeface="+mn-ea"/>
              </a:rPr>
              <a:t>2</a:t>
            </a:r>
            <a:r>
              <a:rPr kumimoji="1" lang="ko-KR" altLang="en-US" dirty="0">
                <a:latin typeface="+mn-ea"/>
              </a:rPr>
              <a:t>차 창작 게임</a:t>
            </a:r>
            <a:endParaRPr kumimoji="1" lang="en-US" altLang="ko-KR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+mn-ea"/>
              </a:rPr>
              <a:t>‘Overwatch’</a:t>
            </a:r>
            <a:r>
              <a:rPr kumimoji="1" lang="ko-KR" altLang="en-US" dirty="0">
                <a:latin typeface="+mn-ea"/>
              </a:rPr>
              <a:t>의 쟁탈과 유사한 게임플레이</a:t>
            </a:r>
            <a:endParaRPr kumimoji="1" lang="en-US" altLang="ko-KR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ko-KR" altLang="en-US" dirty="0">
                <a:latin typeface="+mn-ea"/>
              </a:rPr>
              <a:t>한계가 명확하고 조잡한 </a:t>
            </a:r>
            <a:r>
              <a:rPr kumimoji="1" lang="ko-KR" altLang="en-US" dirty="0" err="1">
                <a:latin typeface="+mn-ea"/>
              </a:rPr>
              <a:t>쉐이더처리</a:t>
            </a:r>
            <a:endParaRPr kumimoji="1" lang="ko-KR" altLang="en-US" dirty="0">
              <a:latin typeface="+mn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3A48B13-01CB-9204-2951-D545B983E900}"/>
              </a:ext>
            </a:extLst>
          </p:cNvPr>
          <p:cNvGrpSpPr/>
          <p:nvPr/>
        </p:nvGrpSpPr>
        <p:grpSpPr>
          <a:xfrm>
            <a:off x="0" y="151273"/>
            <a:ext cx="3096039" cy="461665"/>
            <a:chOff x="702760" y="416383"/>
            <a:chExt cx="3096039" cy="46166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957A9D-0613-8A3D-122E-BDB5E66C96FC}"/>
                </a:ext>
              </a:extLst>
            </p:cNvPr>
            <p:cNvSpPr txBox="1"/>
            <p:nvPr/>
          </p:nvSpPr>
          <p:spPr>
            <a:xfrm>
              <a:off x="874601" y="416383"/>
              <a:ext cx="29241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latin typeface="+mj-ea"/>
                  <a:ea typeface="+mj-ea"/>
                </a:rPr>
                <a:t>3.</a:t>
              </a:r>
              <a:r>
                <a:rPr kumimoji="1" lang="ko-KR" altLang="en-US" sz="2400" b="1" dirty="0">
                  <a:latin typeface="+mj-ea"/>
                  <a:ea typeface="+mj-ea"/>
                </a:rPr>
                <a:t> 타 게임과의 비교</a:t>
              </a:r>
            </a:p>
          </p:txBody>
        </p:sp>
        <p:cxnSp>
          <p:nvCxnSpPr>
            <p:cNvPr id="20" name="직선 연결선[R] 19">
              <a:extLst>
                <a:ext uri="{FF2B5EF4-FFF2-40B4-BE49-F238E27FC236}">
                  <a16:creationId xmlns:a16="http://schemas.microsoft.com/office/drawing/2014/main" id="{B150434A-C61E-F37D-38DE-C06A50E7D2EB}"/>
                </a:ext>
              </a:extLst>
            </p:cNvPr>
            <p:cNvCxnSpPr>
              <a:cxnSpLocks/>
            </p:cNvCxnSpPr>
            <p:nvPr/>
          </p:nvCxnSpPr>
          <p:spPr>
            <a:xfrm>
              <a:off x="702760" y="878048"/>
              <a:ext cx="3074376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0747FA6-6832-266B-3CD3-2737F132EAB8}"/>
              </a:ext>
            </a:extLst>
          </p:cNvPr>
          <p:cNvSpPr txBox="1"/>
          <p:nvPr/>
        </p:nvSpPr>
        <p:spPr>
          <a:xfrm>
            <a:off x="11883902" y="6550223"/>
            <a:ext cx="308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+mn-ea"/>
              </a:rPr>
              <a:t>8</a:t>
            </a:r>
            <a:endParaRPr kumimoji="1"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97229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9EABF-0AA8-9D92-6270-464F3A0F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BF2F9DC0-03FC-C207-EF7E-A698475D2D23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87DA552-D62F-4F1B-2F5F-DC4074F9D618}"/>
              </a:ext>
            </a:extLst>
          </p:cNvPr>
          <p:cNvGrpSpPr/>
          <p:nvPr/>
        </p:nvGrpSpPr>
        <p:grpSpPr>
          <a:xfrm>
            <a:off x="269320" y="1620603"/>
            <a:ext cx="4960180" cy="4512373"/>
            <a:chOff x="269320" y="1620603"/>
            <a:chExt cx="4960180" cy="4512373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F707F0B8-1621-5B97-19B2-8A200B053D26}"/>
                </a:ext>
              </a:extLst>
            </p:cNvPr>
            <p:cNvGrpSpPr/>
            <p:nvPr/>
          </p:nvGrpSpPr>
          <p:grpSpPr>
            <a:xfrm>
              <a:off x="269320" y="1620603"/>
              <a:ext cx="4960180" cy="1084917"/>
              <a:chOff x="269320" y="1620603"/>
              <a:chExt cx="4960180" cy="1084917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2AB2B2F9-2D34-B964-214D-F5C0FBA553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149500" y="1620603"/>
                <a:ext cx="1080000" cy="1080000"/>
              </a:xfrm>
              <a:prstGeom prst="rect">
                <a:avLst/>
              </a:prstGeom>
            </p:spPr>
          </p:pic>
          <p:pic>
            <p:nvPicPr>
              <p:cNvPr id="6" name="그림 5" descr="그래픽, 스크린샷, 상징, 일렉트릭 블루이(가) 표시된 사진&#10;&#10;자동 생성된 설명">
                <a:extLst>
                  <a:ext uri="{FF2B5EF4-FFF2-40B4-BE49-F238E27FC236}">
                    <a16:creationId xmlns:a16="http://schemas.microsoft.com/office/drawing/2014/main" id="{5E96893F-1488-B493-2E3A-F9F4228923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4422" y="1625520"/>
                <a:ext cx="1080000" cy="1080000"/>
              </a:xfrm>
              <a:prstGeom prst="rect">
                <a:avLst/>
              </a:prstGeom>
            </p:spPr>
          </p:pic>
          <p:pic>
            <p:nvPicPr>
              <p:cNvPr id="5128" name="Picture 8" descr="탭 큐브 로고">
                <a:extLst>
                  <a:ext uri="{FF2B5EF4-FFF2-40B4-BE49-F238E27FC236}">
                    <a16:creationId xmlns:a16="http://schemas.microsoft.com/office/drawing/2014/main" id="{AD407BDB-5B6C-360C-D286-C2D823618B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21898" y="1620603"/>
                <a:ext cx="957446" cy="108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30" name="Picture 10">
                <a:extLst>
                  <a:ext uri="{FF2B5EF4-FFF2-40B4-BE49-F238E27FC236}">
                    <a16:creationId xmlns:a16="http://schemas.microsoft.com/office/drawing/2014/main" id="{8401E985-1368-F61F-3663-E09CC0E961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320" y="1623974"/>
                <a:ext cx="1107500" cy="108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FD1BD32D-A197-6A8C-DA1B-D00338C309F9}"/>
                </a:ext>
              </a:extLst>
            </p:cNvPr>
            <p:cNvGrpSpPr/>
            <p:nvPr/>
          </p:nvGrpSpPr>
          <p:grpSpPr>
            <a:xfrm>
              <a:off x="269320" y="3252976"/>
              <a:ext cx="4230805" cy="2880000"/>
              <a:chOff x="511747" y="3429000"/>
              <a:chExt cx="4230805" cy="2880000"/>
            </a:xfrm>
          </p:grpSpPr>
          <p:pic>
            <p:nvPicPr>
              <p:cNvPr id="5122" name="Picture 2">
                <a:extLst>
                  <a:ext uri="{FF2B5EF4-FFF2-40B4-BE49-F238E27FC236}">
                    <a16:creationId xmlns:a16="http://schemas.microsoft.com/office/drawing/2014/main" id="{F092BA79-D021-55F4-B93C-73431539AA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1747" y="3429000"/>
                <a:ext cx="2880000" cy="288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34" name="Picture 14">
                <a:extLst>
                  <a:ext uri="{FF2B5EF4-FFF2-40B4-BE49-F238E27FC236}">
                    <a16:creationId xmlns:a16="http://schemas.microsoft.com/office/drawing/2014/main" id="{2AB92E2F-CFB0-4F97-134A-F03DA71E62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42552" y="3553856"/>
                <a:ext cx="1200000" cy="108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36" name="Picture 16">
                <a:extLst>
                  <a:ext uri="{FF2B5EF4-FFF2-40B4-BE49-F238E27FC236}">
                    <a16:creationId xmlns:a16="http://schemas.microsoft.com/office/drawing/2014/main" id="{38BF2D5D-2599-7A46-2FB1-EA24742768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2552" y="4931967"/>
                <a:ext cx="1080000" cy="108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98B208E-53F0-0626-5AB1-7ADBB7798868}"/>
              </a:ext>
            </a:extLst>
          </p:cNvPr>
          <p:cNvGrpSpPr/>
          <p:nvPr/>
        </p:nvGrpSpPr>
        <p:grpSpPr>
          <a:xfrm>
            <a:off x="6096000" y="1533994"/>
            <a:ext cx="6096000" cy="3687676"/>
            <a:chOff x="6096000" y="1533994"/>
            <a:chExt cx="6096000" cy="368767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EF13ACA-EC53-852A-6889-A656B744D017}"/>
                </a:ext>
              </a:extLst>
            </p:cNvPr>
            <p:cNvSpPr txBox="1"/>
            <p:nvPr/>
          </p:nvSpPr>
          <p:spPr>
            <a:xfrm>
              <a:off x="6096000" y="1533994"/>
              <a:ext cx="5161093" cy="368767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2000" dirty="0">
                  <a:latin typeface="+mn-ea"/>
                </a:rPr>
                <a:t>운영체제</a:t>
              </a:r>
              <a:r>
                <a:rPr kumimoji="1" lang="en-US" altLang="ko-KR" sz="2000" dirty="0">
                  <a:latin typeface="+mn-ea"/>
                </a:rPr>
                <a:t>				Windows, macOS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2000" dirty="0">
                  <a:latin typeface="+mn-ea"/>
                </a:rPr>
                <a:t>개발 언어</a:t>
              </a:r>
              <a:r>
                <a:rPr kumimoji="1" lang="en-US" altLang="ko-KR" sz="2000" dirty="0">
                  <a:latin typeface="+mn-ea"/>
                </a:rPr>
                <a:t>			</a:t>
              </a:r>
              <a:r>
                <a:rPr kumimoji="1" lang="en-US" altLang="ko-KR" sz="2000" b="1" dirty="0">
                  <a:latin typeface="+mn-ea"/>
                </a:rPr>
                <a:t>Rust</a:t>
              </a:r>
              <a:r>
                <a:rPr kumimoji="1" lang="en-US" altLang="ko-KR" sz="2000" baseline="30000" dirty="0">
                  <a:latin typeface="+mn-ea"/>
                </a:rPr>
                <a:t>[7]</a:t>
              </a:r>
              <a:endParaRPr kumimoji="1" lang="en-US" altLang="ko-KR" sz="2000" dirty="0">
                <a:latin typeface="+mn-ea"/>
              </a:endParaRP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2000" dirty="0">
                  <a:latin typeface="+mn-ea"/>
                </a:rPr>
                <a:t>주요 라이브러리</a:t>
              </a:r>
              <a:r>
                <a:rPr kumimoji="1" lang="en-US" altLang="ko-KR" sz="2000" dirty="0">
                  <a:latin typeface="+mn-ea"/>
                </a:rPr>
                <a:t>		</a:t>
              </a:r>
              <a:r>
                <a:rPr kumimoji="1" lang="en-US" altLang="ko-KR" sz="2000" dirty="0" err="1">
                  <a:latin typeface="+mn-ea"/>
                </a:rPr>
                <a:t>tokio</a:t>
              </a:r>
              <a:r>
                <a:rPr kumimoji="1" lang="en-US" altLang="ko-KR" sz="2000" baseline="30000" dirty="0">
                  <a:latin typeface="+mn-ea"/>
                </a:rPr>
                <a:t>[8]</a:t>
              </a:r>
              <a:r>
                <a:rPr kumimoji="1" lang="en-US" altLang="ko-KR" sz="2000" dirty="0">
                  <a:latin typeface="+mn-ea"/>
                </a:rPr>
                <a:t>, </a:t>
              </a:r>
              <a:r>
                <a:rPr kumimoji="1" lang="en-US" altLang="ko-KR" sz="2000" dirty="0" err="1">
                  <a:latin typeface="+mn-ea"/>
                </a:rPr>
                <a:t>wgpu</a:t>
              </a:r>
              <a:r>
                <a:rPr kumimoji="1" lang="en-US" altLang="ko-KR" sz="2000" baseline="30000" dirty="0">
                  <a:latin typeface="+mn-ea"/>
                </a:rPr>
                <a:t>[9]</a:t>
              </a:r>
              <a:endParaRPr kumimoji="1" lang="en-US" altLang="ko-KR" sz="2000" dirty="0">
                <a:latin typeface="+mn-ea"/>
              </a:endParaRP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2000" dirty="0">
                  <a:latin typeface="+mn-ea"/>
                </a:rPr>
                <a:t>텍스트 에디터</a:t>
              </a:r>
              <a:r>
                <a:rPr kumimoji="1" lang="en-US" altLang="ko-KR" sz="2000" dirty="0">
                  <a:latin typeface="+mn-ea"/>
                </a:rPr>
                <a:t>		Visual Studio Code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2000" dirty="0">
                  <a:latin typeface="+mn-ea"/>
                </a:rPr>
                <a:t>버전 관리 시스템</a:t>
              </a:r>
              <a:r>
                <a:rPr kumimoji="1" lang="en-US" altLang="ko-KR" sz="2000" dirty="0">
                  <a:latin typeface="+mn-ea"/>
                </a:rPr>
                <a:t>	git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2000" dirty="0">
                  <a:latin typeface="+mn-ea"/>
                </a:rPr>
                <a:t>리소스 제작 툴</a:t>
              </a:r>
              <a:r>
                <a:rPr kumimoji="1" lang="en-US" altLang="ko-KR" sz="2000" dirty="0">
                  <a:latin typeface="+mn-ea"/>
                </a:rPr>
                <a:t>		Photoshop, Unity</a:t>
              </a:r>
            </a:p>
          </p:txBody>
        </p:sp>
        <p:cxnSp>
          <p:nvCxnSpPr>
            <p:cNvPr id="14" name="직선 연결선[R] 13">
              <a:extLst>
                <a:ext uri="{FF2B5EF4-FFF2-40B4-BE49-F238E27FC236}">
                  <a16:creationId xmlns:a16="http://schemas.microsoft.com/office/drawing/2014/main" id="{E6F9846B-D494-DEE3-5B6C-FDE21BA1B73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533994"/>
              <a:ext cx="6096000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C94CD4F-896A-D984-C751-155802635C9D}"/>
              </a:ext>
            </a:extLst>
          </p:cNvPr>
          <p:cNvGrpSpPr/>
          <p:nvPr/>
        </p:nvGrpSpPr>
        <p:grpSpPr>
          <a:xfrm>
            <a:off x="0" y="151273"/>
            <a:ext cx="2063706" cy="461665"/>
            <a:chOff x="702760" y="416383"/>
            <a:chExt cx="2063706" cy="4616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8EDB4E-05BE-388E-F762-A96E5E7CBBE8}"/>
                </a:ext>
              </a:extLst>
            </p:cNvPr>
            <p:cNvSpPr txBox="1"/>
            <p:nvPr/>
          </p:nvSpPr>
          <p:spPr>
            <a:xfrm>
              <a:off x="874601" y="416383"/>
              <a:ext cx="18918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latin typeface="+mj-ea"/>
                  <a:ea typeface="+mj-ea"/>
                </a:rPr>
                <a:t>4.</a:t>
              </a:r>
              <a:r>
                <a:rPr kumimoji="1" lang="ko-KR" altLang="en-US" sz="2400" b="1" dirty="0">
                  <a:latin typeface="+mj-ea"/>
                  <a:ea typeface="+mj-ea"/>
                </a:rPr>
                <a:t> 개발 환경</a:t>
              </a:r>
            </a:p>
          </p:txBody>
        </p:sp>
        <p:cxnSp>
          <p:nvCxnSpPr>
            <p:cNvPr id="15" name="직선 연결선[R] 14">
              <a:extLst>
                <a:ext uri="{FF2B5EF4-FFF2-40B4-BE49-F238E27FC236}">
                  <a16:creationId xmlns:a16="http://schemas.microsoft.com/office/drawing/2014/main" id="{2B431F6A-88C3-33F4-5391-11AC95A6C2A8}"/>
                </a:ext>
              </a:extLst>
            </p:cNvPr>
            <p:cNvCxnSpPr>
              <a:cxnSpLocks/>
            </p:cNvCxnSpPr>
            <p:nvPr/>
          </p:nvCxnSpPr>
          <p:spPr>
            <a:xfrm>
              <a:off x="702760" y="878048"/>
              <a:ext cx="2063706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FCFA33E-B493-E1FE-17ED-642A5C05AE5E}"/>
              </a:ext>
            </a:extLst>
          </p:cNvPr>
          <p:cNvSpPr txBox="1"/>
          <p:nvPr/>
        </p:nvSpPr>
        <p:spPr>
          <a:xfrm>
            <a:off x="11883902" y="6550223"/>
            <a:ext cx="308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+mn-ea"/>
              </a:rPr>
              <a:t>9</a:t>
            </a:r>
            <a:endParaRPr kumimoji="1"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2016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22868-4ABE-BCF0-B4DE-A27A49F9D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5A08DDC3-9562-E65A-91A3-1DC533B18E7F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55EA387A-A44D-C54F-3DA6-24D027912739}"/>
              </a:ext>
            </a:extLst>
          </p:cNvPr>
          <p:cNvGrpSpPr/>
          <p:nvPr/>
        </p:nvGrpSpPr>
        <p:grpSpPr>
          <a:xfrm>
            <a:off x="0" y="151273"/>
            <a:ext cx="2063706" cy="461665"/>
            <a:chOff x="702760" y="416383"/>
            <a:chExt cx="2063706" cy="46166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261D993-7AAC-31ED-2624-2F843C0BAAA8}"/>
                </a:ext>
              </a:extLst>
            </p:cNvPr>
            <p:cNvSpPr txBox="1"/>
            <p:nvPr/>
          </p:nvSpPr>
          <p:spPr>
            <a:xfrm>
              <a:off x="874601" y="416383"/>
              <a:ext cx="18918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latin typeface="+mj-ea"/>
                  <a:ea typeface="+mj-ea"/>
                </a:rPr>
                <a:t>5.</a:t>
              </a:r>
              <a:r>
                <a:rPr kumimoji="1" lang="ko-KR" altLang="en-US" sz="2400" b="1" dirty="0">
                  <a:latin typeface="+mj-ea"/>
                  <a:ea typeface="+mj-ea"/>
                </a:rPr>
                <a:t> 연구 목적</a:t>
              </a:r>
            </a:p>
          </p:txBody>
        </p:sp>
        <p:cxnSp>
          <p:nvCxnSpPr>
            <p:cNvPr id="8" name="직선 연결선[R] 7">
              <a:extLst>
                <a:ext uri="{FF2B5EF4-FFF2-40B4-BE49-F238E27FC236}">
                  <a16:creationId xmlns:a16="http://schemas.microsoft.com/office/drawing/2014/main" id="{68FFC629-598F-31AD-B5D3-814480B6A882}"/>
                </a:ext>
              </a:extLst>
            </p:cNvPr>
            <p:cNvCxnSpPr>
              <a:cxnSpLocks/>
            </p:cNvCxnSpPr>
            <p:nvPr/>
          </p:nvCxnSpPr>
          <p:spPr>
            <a:xfrm>
              <a:off x="702760" y="878048"/>
              <a:ext cx="2063706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242DAF7-8A61-618B-326E-78C97154EA8B}"/>
              </a:ext>
            </a:extLst>
          </p:cNvPr>
          <p:cNvGrpSpPr/>
          <p:nvPr/>
        </p:nvGrpSpPr>
        <p:grpSpPr>
          <a:xfrm>
            <a:off x="2218977" y="1372941"/>
            <a:ext cx="7754046" cy="461665"/>
            <a:chOff x="2357522" y="806935"/>
            <a:chExt cx="7754046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20241E-D4C9-104A-28F5-2A219E37D5CE}"/>
                </a:ext>
              </a:extLst>
            </p:cNvPr>
            <p:cNvSpPr txBox="1"/>
            <p:nvPr/>
          </p:nvSpPr>
          <p:spPr>
            <a:xfrm>
              <a:off x="2357522" y="806935"/>
              <a:ext cx="7754046" cy="461665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algn="ctr"/>
              <a:r>
                <a:rPr kumimoji="1" lang="ko-KR" altLang="en-US" sz="2400" b="1" dirty="0">
                  <a:latin typeface="+mj-ea"/>
                  <a:ea typeface="+mj-ea"/>
                </a:rPr>
                <a:t>게임 개발 측면에서 </a:t>
              </a:r>
              <a:r>
                <a:rPr kumimoji="1" lang="en-US" altLang="ko-KR" sz="2400" b="1" dirty="0">
                  <a:latin typeface="+mj-ea"/>
                  <a:ea typeface="+mj-ea"/>
                </a:rPr>
                <a:t>Rust </a:t>
              </a:r>
              <a:r>
                <a:rPr kumimoji="1" lang="ko-KR" altLang="en-US" sz="2400" b="1" dirty="0">
                  <a:latin typeface="+mj-ea"/>
                  <a:ea typeface="+mj-ea"/>
                </a:rPr>
                <a:t>언어의 실용성과 한계를 평가</a:t>
              </a:r>
              <a:endParaRPr lang="ko-KR" dirty="0"/>
            </a:p>
          </p:txBody>
        </p:sp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0BB60737-DC1A-E12D-F34F-A5D8BE3FDDAD}"/>
                </a:ext>
              </a:extLst>
            </p:cNvPr>
            <p:cNvCxnSpPr>
              <a:cxnSpLocks/>
            </p:cNvCxnSpPr>
            <p:nvPr/>
          </p:nvCxnSpPr>
          <p:spPr>
            <a:xfrm>
              <a:off x="2357522" y="1268600"/>
              <a:ext cx="7754046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77501C7-23EA-7381-CA27-10C9D2A07265}"/>
              </a:ext>
            </a:extLst>
          </p:cNvPr>
          <p:cNvSpPr txBox="1"/>
          <p:nvPr/>
        </p:nvSpPr>
        <p:spPr>
          <a:xfrm>
            <a:off x="11803117" y="6550223"/>
            <a:ext cx="388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+mn-ea"/>
              </a:rPr>
              <a:t>10</a:t>
            </a:r>
            <a:endParaRPr kumimoji="1" lang="ko-KR" altLang="en-US" sz="1400" dirty="0">
              <a:latin typeface="+mn-ea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33739D8-C7AF-2F24-9726-33B73A03332A}"/>
              </a:ext>
            </a:extLst>
          </p:cNvPr>
          <p:cNvGrpSpPr/>
          <p:nvPr/>
        </p:nvGrpSpPr>
        <p:grpSpPr>
          <a:xfrm>
            <a:off x="1819845" y="4400224"/>
            <a:ext cx="8552341" cy="461665"/>
            <a:chOff x="1958390" y="806935"/>
            <a:chExt cx="8552341" cy="46166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F94ED69-F12E-4DEF-3B25-332E2CC24D07}"/>
                </a:ext>
              </a:extLst>
            </p:cNvPr>
            <p:cNvSpPr txBox="1"/>
            <p:nvPr/>
          </p:nvSpPr>
          <p:spPr>
            <a:xfrm>
              <a:off x="2290809" y="806935"/>
              <a:ext cx="7887544" cy="461665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algn="ctr"/>
              <a:r>
                <a:rPr lang="en-US" altLang="ko-KR" sz="2400" b="1" dirty="0">
                  <a:latin typeface="+mj-ea"/>
                  <a:ea typeface="+mj-ea"/>
                </a:rPr>
                <a:t>Lock-Free </a:t>
              </a:r>
              <a:r>
                <a:rPr lang="ko-KR" altLang="en-US" sz="2400" b="1" dirty="0">
                  <a:latin typeface="+mj-ea"/>
                  <a:ea typeface="+mj-ea"/>
                </a:rPr>
                <a:t>자료구조를 활용한 서버 물리 충돌 처리 구현</a:t>
              </a:r>
              <a:endParaRPr lang="ko-KR" sz="2400" b="1" dirty="0">
                <a:latin typeface="+mj-ea"/>
                <a:ea typeface="+mj-ea"/>
              </a:endParaRPr>
            </a:p>
          </p:txBody>
        </p:sp>
        <p:cxnSp>
          <p:nvCxnSpPr>
            <p:cNvPr id="17" name="직선 연결선[R] 16">
              <a:extLst>
                <a:ext uri="{FF2B5EF4-FFF2-40B4-BE49-F238E27FC236}">
                  <a16:creationId xmlns:a16="http://schemas.microsoft.com/office/drawing/2014/main" id="{BE044172-76CB-02D6-2B1E-3FB3CDAD074B}"/>
                </a:ext>
              </a:extLst>
            </p:cNvPr>
            <p:cNvCxnSpPr>
              <a:cxnSpLocks/>
            </p:cNvCxnSpPr>
            <p:nvPr/>
          </p:nvCxnSpPr>
          <p:spPr>
            <a:xfrm>
              <a:off x="1958390" y="1268600"/>
              <a:ext cx="8552341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B16CCC1-71D3-4687-D0D4-E79D883D7A6E}"/>
              </a:ext>
            </a:extLst>
          </p:cNvPr>
          <p:cNvGrpSpPr/>
          <p:nvPr/>
        </p:nvGrpSpPr>
        <p:grpSpPr>
          <a:xfrm>
            <a:off x="1855349" y="2728944"/>
            <a:ext cx="8481302" cy="619305"/>
            <a:chOff x="1855349" y="2728944"/>
            <a:chExt cx="8481302" cy="619305"/>
          </a:xfrm>
        </p:grpSpPr>
        <p:cxnSp>
          <p:nvCxnSpPr>
            <p:cNvPr id="12" name="직선 연결선[R] 11">
              <a:extLst>
                <a:ext uri="{FF2B5EF4-FFF2-40B4-BE49-F238E27FC236}">
                  <a16:creationId xmlns:a16="http://schemas.microsoft.com/office/drawing/2014/main" id="{E3B5D692-FE15-7A87-0B10-334F27A1FF30}"/>
                </a:ext>
              </a:extLst>
            </p:cNvPr>
            <p:cNvCxnSpPr>
              <a:cxnSpLocks/>
            </p:cNvCxnSpPr>
            <p:nvPr/>
          </p:nvCxnSpPr>
          <p:spPr>
            <a:xfrm>
              <a:off x="1909851" y="3348249"/>
              <a:ext cx="8372297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FD291C1-E472-E28B-B14D-D225E77C8BFE}"/>
                </a:ext>
              </a:extLst>
            </p:cNvPr>
            <p:cNvGrpSpPr/>
            <p:nvPr/>
          </p:nvGrpSpPr>
          <p:grpSpPr>
            <a:xfrm>
              <a:off x="1855349" y="2728944"/>
              <a:ext cx="8481302" cy="619305"/>
              <a:chOff x="1107017" y="2728943"/>
              <a:chExt cx="8481302" cy="619305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F49236-5ADD-E785-DD72-F1D27A3DD9AE}"/>
                  </a:ext>
                </a:extLst>
              </p:cNvPr>
              <p:cNvSpPr txBox="1"/>
              <p:nvPr/>
            </p:nvSpPr>
            <p:spPr>
              <a:xfrm>
                <a:off x="2603714" y="2886583"/>
                <a:ext cx="6984605" cy="46166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algn="ctr"/>
                <a:r>
                  <a:rPr lang="ko-KR" altLang="en-US" sz="2400" b="1" dirty="0" err="1">
                    <a:latin typeface="+mj-ea"/>
                    <a:ea typeface="+mj-ea"/>
                  </a:rPr>
                  <a:t>에</a:t>
                </a:r>
                <a:r>
                  <a:rPr lang="ko-KR" altLang="en-US" sz="2400" b="1" dirty="0">
                    <a:latin typeface="+mj-ea"/>
                    <a:ea typeface="+mj-ea"/>
                  </a:rPr>
                  <a:t> 사용된 </a:t>
                </a:r>
                <a:r>
                  <a:rPr lang="ko-KR" altLang="en-US" sz="2400" b="1" dirty="0" err="1">
                    <a:latin typeface="+mj-ea"/>
                    <a:ea typeface="+mj-ea"/>
                  </a:rPr>
                  <a:t>쉐이더</a:t>
                </a:r>
                <a:r>
                  <a:rPr lang="ko-KR" altLang="en-US" sz="2400" b="1" dirty="0">
                    <a:latin typeface="+mj-ea"/>
                    <a:ea typeface="+mj-ea"/>
                  </a:rPr>
                  <a:t> 분석</a:t>
                </a:r>
                <a:r>
                  <a:rPr lang="en-US" altLang="ko-KR" sz="2400" b="1" dirty="0">
                    <a:latin typeface="+mj-ea"/>
                    <a:ea typeface="+mj-ea"/>
                  </a:rPr>
                  <a:t>,</a:t>
                </a:r>
                <a:r>
                  <a:rPr lang="ko-KR" altLang="en-US" sz="2400" b="1" dirty="0">
                    <a:latin typeface="+mj-ea"/>
                    <a:ea typeface="+mj-ea"/>
                  </a:rPr>
                  <a:t> 향상된 </a:t>
                </a:r>
                <a:r>
                  <a:rPr lang="ko-KR" altLang="en-US" sz="2400" b="1" dirty="0" err="1">
                    <a:latin typeface="+mj-ea"/>
                    <a:ea typeface="+mj-ea"/>
                  </a:rPr>
                  <a:t>쉐이더</a:t>
                </a:r>
                <a:r>
                  <a:rPr lang="ko-KR" altLang="en-US" sz="2400" b="1" dirty="0">
                    <a:latin typeface="+mj-ea"/>
                    <a:ea typeface="+mj-ea"/>
                  </a:rPr>
                  <a:t> 효과 구현</a:t>
                </a:r>
                <a:endParaRPr lang="ko-KR" sz="2400" b="1" dirty="0">
                  <a:latin typeface="+mj-ea"/>
                  <a:ea typeface="+mj-ea"/>
                </a:endParaRPr>
              </a:p>
            </p:txBody>
          </p:sp>
          <p:pic>
            <p:nvPicPr>
              <p:cNvPr id="20" name="Picture 2">
                <a:extLst>
                  <a:ext uri="{FF2B5EF4-FFF2-40B4-BE49-F238E27FC236}">
                    <a16:creationId xmlns:a16="http://schemas.microsoft.com/office/drawing/2014/main" id="{9BDF3FB2-3A3A-0B1E-7837-C12CAC54AA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07017" y="2728943"/>
                <a:ext cx="1628630" cy="5649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803602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801A6-90CD-1F55-33F4-BF4A6249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577AC73C-74A4-9047-EEA0-C9340C95C04D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4570755-8A55-24C3-0CA5-D983F98D7515}"/>
              </a:ext>
            </a:extLst>
          </p:cNvPr>
          <p:cNvSpPr txBox="1"/>
          <p:nvPr/>
        </p:nvSpPr>
        <p:spPr>
          <a:xfrm>
            <a:off x="11803117" y="6550223"/>
            <a:ext cx="388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+mn-ea"/>
              </a:rPr>
              <a:t>11</a:t>
            </a:r>
            <a:endParaRPr kumimoji="1" lang="ko-KR" altLang="en-US" sz="1400" dirty="0"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2D77E60-5E1D-A428-08D0-F65356F83FB9}"/>
              </a:ext>
            </a:extLst>
          </p:cNvPr>
          <p:cNvGrpSpPr/>
          <p:nvPr/>
        </p:nvGrpSpPr>
        <p:grpSpPr>
          <a:xfrm>
            <a:off x="0" y="151273"/>
            <a:ext cx="4961935" cy="461665"/>
            <a:chOff x="702760" y="416383"/>
            <a:chExt cx="4961935" cy="46166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D3AF293-6D3A-CD66-85F1-478C5C85D88C}"/>
                </a:ext>
              </a:extLst>
            </p:cNvPr>
            <p:cNvSpPr txBox="1"/>
            <p:nvPr/>
          </p:nvSpPr>
          <p:spPr>
            <a:xfrm>
              <a:off x="874601" y="416383"/>
              <a:ext cx="4790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latin typeface="+mj-ea"/>
                  <a:ea typeface="+mj-ea"/>
                </a:rPr>
                <a:t>6.</a:t>
              </a:r>
              <a:r>
                <a:rPr kumimoji="1" lang="ko-KR" altLang="en-US" sz="2400" b="1" dirty="0">
                  <a:latin typeface="+mj-ea"/>
                  <a:ea typeface="+mj-ea"/>
                </a:rPr>
                <a:t> 기술적 요소 및 중점 연구 분야</a:t>
              </a:r>
            </a:p>
          </p:txBody>
        </p:sp>
        <p:cxnSp>
          <p:nvCxnSpPr>
            <p:cNvPr id="14" name="직선 연결선[R] 13">
              <a:extLst>
                <a:ext uri="{FF2B5EF4-FFF2-40B4-BE49-F238E27FC236}">
                  <a16:creationId xmlns:a16="http://schemas.microsoft.com/office/drawing/2014/main" id="{B31FAE21-51EE-7ABC-F7F4-71E9BAAAE762}"/>
                </a:ext>
              </a:extLst>
            </p:cNvPr>
            <p:cNvCxnSpPr>
              <a:cxnSpLocks/>
            </p:cNvCxnSpPr>
            <p:nvPr/>
          </p:nvCxnSpPr>
          <p:spPr>
            <a:xfrm>
              <a:off x="702760" y="878048"/>
              <a:ext cx="4961935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6891F12-5E10-67A2-CBAC-B70FAA1A451B}"/>
              </a:ext>
            </a:extLst>
          </p:cNvPr>
          <p:cNvGrpSpPr/>
          <p:nvPr/>
        </p:nvGrpSpPr>
        <p:grpSpPr>
          <a:xfrm>
            <a:off x="2829627" y="1704462"/>
            <a:ext cx="6082372" cy="1371014"/>
            <a:chOff x="2829628" y="1141131"/>
            <a:chExt cx="6082372" cy="1371014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F663B920-DB24-8A0E-CB85-9478EA437B7A}"/>
                </a:ext>
              </a:extLst>
            </p:cNvPr>
            <p:cNvGrpSpPr/>
            <p:nvPr/>
          </p:nvGrpSpPr>
          <p:grpSpPr>
            <a:xfrm>
              <a:off x="2829628" y="1141131"/>
              <a:ext cx="6082372" cy="461665"/>
              <a:chOff x="3193399" y="806935"/>
              <a:chExt cx="6082372" cy="461665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25FF3C-E9B4-DF42-D734-82DEE1FDC26E}"/>
                  </a:ext>
                </a:extLst>
              </p:cNvPr>
              <p:cNvSpPr txBox="1"/>
              <p:nvPr/>
            </p:nvSpPr>
            <p:spPr>
              <a:xfrm>
                <a:off x="5372811" y="806935"/>
                <a:ext cx="1723549" cy="46166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algn="ctr"/>
                <a:r>
                  <a:rPr lang="ko-KR" altLang="en-US" sz="2400" b="1">
                    <a:latin typeface="+mj-ea"/>
                    <a:ea typeface="+mj-ea"/>
                  </a:rPr>
                  <a:t>클라이언트</a:t>
                </a:r>
                <a:endParaRPr lang="ko-KR" sz="2400" b="1">
                  <a:latin typeface="+mj-ea"/>
                  <a:ea typeface="+mj-ea"/>
                </a:endParaRPr>
              </a:p>
            </p:txBody>
          </p:sp>
          <p:cxnSp>
            <p:nvCxnSpPr>
              <p:cNvPr id="21" name="직선 연결선[R] 20">
                <a:extLst>
                  <a:ext uri="{FF2B5EF4-FFF2-40B4-BE49-F238E27FC236}">
                    <a16:creationId xmlns:a16="http://schemas.microsoft.com/office/drawing/2014/main" id="{A09C7F91-F4AD-C07A-400B-829C38D1E8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3399" y="1268600"/>
                <a:ext cx="6082372" cy="0"/>
              </a:xfrm>
              <a:prstGeom prst="line">
                <a:avLst/>
              </a:prstGeom>
              <a:ln w="38100">
                <a:solidFill>
                  <a:srgbClr val="108AF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9E1F451-733B-ADA5-14CB-97ACBA710030}"/>
                </a:ext>
              </a:extLst>
            </p:cNvPr>
            <p:cNvSpPr txBox="1"/>
            <p:nvPr/>
          </p:nvSpPr>
          <p:spPr>
            <a:xfrm>
              <a:off x="3425208" y="1588815"/>
              <a:ext cx="4891211" cy="923330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algn="ctr"/>
              <a:r>
                <a:rPr kumimoji="1" lang="ko-KR" altLang="en-US" dirty="0" err="1">
                  <a:latin typeface="맑은 고딕"/>
                  <a:ea typeface="맑은 고딕"/>
                </a:rPr>
                <a:t>스키닝</a:t>
              </a:r>
              <a:r>
                <a:rPr kumimoji="1" lang="ko-KR" altLang="en-US" dirty="0">
                  <a:latin typeface="맑은 고딕"/>
                  <a:ea typeface="맑은 고딕"/>
                </a:rPr>
                <a:t> 애니메이션과 애니메이션 </a:t>
              </a:r>
              <a:r>
                <a:rPr kumimoji="1" lang="ko-KR" altLang="en-US" dirty="0" err="1">
                  <a:latin typeface="맑은 고딕"/>
                  <a:ea typeface="맑은 고딕"/>
                </a:rPr>
                <a:t>믹싱</a:t>
              </a:r>
              <a:endParaRPr kumimoji="1" lang="en-US" altLang="ko-KR" dirty="0">
                <a:latin typeface="맑은 고딕"/>
                <a:ea typeface="맑은 고딕"/>
              </a:endParaRPr>
            </a:p>
            <a:p>
              <a:pPr algn="ctr"/>
              <a:r>
                <a:rPr kumimoji="1" lang="en-US" altLang="ko-KR" dirty="0">
                  <a:latin typeface="맑은 고딕"/>
                  <a:ea typeface="맑은 고딕"/>
                </a:rPr>
                <a:t>Motion Blur, Bloom </a:t>
              </a:r>
              <a:r>
                <a:rPr kumimoji="1" lang="ko-KR" altLang="en-US" dirty="0">
                  <a:latin typeface="맑은 고딕"/>
                  <a:ea typeface="맑은 고딕"/>
                </a:rPr>
                <a:t>등 다양한 효과 구현</a:t>
              </a:r>
              <a:endParaRPr kumimoji="1" lang="en-US" altLang="ko-KR" dirty="0">
                <a:latin typeface="+mn-ea"/>
              </a:endParaRPr>
            </a:p>
            <a:p>
              <a:pPr algn="ctr"/>
              <a:r>
                <a:rPr kumimoji="1" lang="en-US" altLang="ko-KR" dirty="0">
                  <a:latin typeface="맑은 고딕"/>
                  <a:ea typeface="맑은 고딕"/>
                </a:rPr>
                <a:t>Weighted Blended OIT</a:t>
              </a:r>
              <a:r>
                <a:rPr kumimoji="1" lang="ko-KR" altLang="en-US" dirty="0" err="1">
                  <a:latin typeface="맑은 고딕"/>
                  <a:ea typeface="맑은 고딕"/>
                </a:rPr>
                <a:t>를</a:t>
              </a:r>
              <a:r>
                <a:rPr kumimoji="1" lang="ko-KR" altLang="en-US" dirty="0">
                  <a:latin typeface="맑은 고딕"/>
                  <a:ea typeface="맑은 고딕"/>
                </a:rPr>
                <a:t> 이용한 알파 </a:t>
              </a:r>
              <a:r>
                <a:rPr kumimoji="1" lang="ko-KR" altLang="en-US" dirty="0" err="1">
                  <a:latin typeface="맑은 고딕"/>
                  <a:ea typeface="맑은 고딕"/>
                </a:rPr>
                <a:t>블렌딩</a:t>
              </a:r>
              <a:endParaRPr lang="ko-KR" altLang="en-US" dirty="0">
                <a:latin typeface="맑은 고딕"/>
                <a:ea typeface="맑은 고딕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4825B4B-E573-7C60-2B94-BECE0A532608}"/>
              </a:ext>
            </a:extLst>
          </p:cNvPr>
          <p:cNvGrpSpPr/>
          <p:nvPr/>
        </p:nvGrpSpPr>
        <p:grpSpPr>
          <a:xfrm>
            <a:off x="2829627" y="3782524"/>
            <a:ext cx="6082372" cy="1680662"/>
            <a:chOff x="2829627" y="2958001"/>
            <a:chExt cx="6082372" cy="168066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76C0FDB-1125-0A3B-2594-26BBC70F7745}"/>
                </a:ext>
              </a:extLst>
            </p:cNvPr>
            <p:cNvSpPr txBox="1"/>
            <p:nvPr/>
          </p:nvSpPr>
          <p:spPr>
            <a:xfrm>
              <a:off x="5695891" y="2958001"/>
              <a:ext cx="800219" cy="461665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algn="ctr"/>
              <a:r>
                <a:rPr lang="ko-KR" altLang="en-US" sz="2400" b="1">
                  <a:latin typeface="+mj-ea"/>
                  <a:ea typeface="+mj-ea"/>
                </a:rPr>
                <a:t>서버</a:t>
              </a:r>
              <a:endParaRPr lang="ko-KR" sz="2400" b="1">
                <a:latin typeface="+mj-ea"/>
                <a:ea typeface="+mj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1ED66D4-BB29-FC29-468A-3E02CA258B2A}"/>
                </a:ext>
              </a:extLst>
            </p:cNvPr>
            <p:cNvSpPr txBox="1"/>
            <p:nvPr/>
          </p:nvSpPr>
          <p:spPr>
            <a:xfrm>
              <a:off x="3856092" y="3438334"/>
              <a:ext cx="4479816" cy="1200329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algn="ctr"/>
              <a:r>
                <a:rPr kumimoji="1" lang="en-US" altLang="ko-KR" dirty="0">
                  <a:latin typeface="맑은 고딕"/>
                  <a:ea typeface="맑은 고딕"/>
                </a:rPr>
                <a:t>HD-Tree</a:t>
              </a:r>
              <a:r>
                <a:rPr kumimoji="1" lang="en-US" altLang="ko-KR" baseline="30000" dirty="0">
                  <a:latin typeface="맑은 고딕"/>
                  <a:ea typeface="맑은 고딕"/>
                </a:rPr>
                <a:t>[10]</a:t>
              </a:r>
              <a:r>
                <a:rPr kumimoji="1" lang="ko-KR" altLang="en-US" dirty="0" err="1">
                  <a:latin typeface="맑은 고딕"/>
                  <a:ea typeface="맑은 고딕"/>
                </a:rPr>
                <a:t>를</a:t>
              </a:r>
              <a:r>
                <a:rPr kumimoji="1" lang="ko-KR" altLang="en-US" dirty="0">
                  <a:latin typeface="맑은 고딕"/>
                  <a:ea typeface="맑은 고딕"/>
                </a:rPr>
                <a:t> 활용한 빠른 물리 충돌 처리</a:t>
              </a:r>
              <a:endParaRPr kumimoji="1" lang="en-US" altLang="ko-KR" dirty="0">
                <a:latin typeface="맑은 고딕"/>
                <a:ea typeface="맑은 고딕"/>
              </a:endParaRPr>
            </a:p>
            <a:p>
              <a:pPr marL="285750" indent="-285750" algn="ctr">
                <a:buFont typeface="Wingdings"/>
                <a:buChar char="Ø"/>
              </a:pPr>
              <a:r>
                <a:rPr lang="ko-KR" altLang="en-US" dirty="0">
                  <a:latin typeface="맑은 고딕"/>
                  <a:ea typeface="맑은 고딕"/>
                </a:rPr>
                <a:t>가능한 한 </a:t>
              </a:r>
              <a:r>
                <a:rPr lang="ko-KR" altLang="en-US" dirty="0" err="1">
                  <a:latin typeface="맑은 고딕"/>
                  <a:ea typeface="맑은 고딕"/>
                </a:rPr>
                <a:t>폴리곤</a:t>
              </a:r>
              <a:r>
                <a:rPr lang="ko-KR" altLang="en-US" dirty="0">
                  <a:latin typeface="맑은 고딕"/>
                  <a:ea typeface="맑은 고딕"/>
                </a:rPr>
                <a:t> 충돌처리 시도</a:t>
              </a:r>
            </a:p>
            <a:p>
              <a:pPr algn="ctr"/>
              <a:r>
                <a:rPr lang="ko-KR" altLang="en-US" dirty="0">
                  <a:latin typeface="맑은 고딕"/>
                  <a:ea typeface="맑은 고딕"/>
                </a:rPr>
                <a:t>실력 기반 유저 매칭 시스템 구현</a:t>
              </a:r>
            </a:p>
            <a:p>
              <a:pPr algn="ctr"/>
              <a:r>
                <a:rPr lang="ko-KR" altLang="en-US" dirty="0" err="1">
                  <a:latin typeface="맑은 고딕"/>
                  <a:ea typeface="맑은 고딕"/>
                </a:rPr>
                <a:t>Tokio</a:t>
              </a:r>
              <a:r>
                <a:rPr lang="ko-KR" altLang="en-US" dirty="0">
                  <a:latin typeface="맑은 고딕"/>
                  <a:ea typeface="맑은 고딕"/>
                </a:rPr>
                <a:t> 활용</a:t>
              </a:r>
            </a:p>
          </p:txBody>
        </p:sp>
        <p:cxnSp>
          <p:nvCxnSpPr>
            <p:cNvPr id="39" name="직선 연결선[R] 38">
              <a:extLst>
                <a:ext uri="{FF2B5EF4-FFF2-40B4-BE49-F238E27FC236}">
                  <a16:creationId xmlns:a16="http://schemas.microsoft.com/office/drawing/2014/main" id="{6A180DF7-24F8-6AA5-875F-9C0912FBB1F1}"/>
                </a:ext>
              </a:extLst>
            </p:cNvPr>
            <p:cNvCxnSpPr>
              <a:cxnSpLocks/>
            </p:cNvCxnSpPr>
            <p:nvPr/>
          </p:nvCxnSpPr>
          <p:spPr>
            <a:xfrm>
              <a:off x="2829627" y="3419666"/>
              <a:ext cx="6082372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4743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D5113-C9A1-ADAF-14B6-F3B67BD6C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8A208FEC-2384-BF0C-DC63-D013CECDB486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67C9EF4-0892-5F38-5214-7B979082A465}"/>
              </a:ext>
            </a:extLst>
          </p:cNvPr>
          <p:cNvGrpSpPr/>
          <p:nvPr/>
        </p:nvGrpSpPr>
        <p:grpSpPr>
          <a:xfrm>
            <a:off x="1047862" y="1881619"/>
            <a:ext cx="2523448" cy="607251"/>
            <a:chOff x="1047862" y="1928635"/>
            <a:chExt cx="2523448" cy="607251"/>
          </a:xfrm>
        </p:grpSpPr>
        <p:cxnSp>
          <p:nvCxnSpPr>
            <p:cNvPr id="4" name="직선 연결선[R] 3">
              <a:extLst>
                <a:ext uri="{FF2B5EF4-FFF2-40B4-BE49-F238E27FC236}">
                  <a16:creationId xmlns:a16="http://schemas.microsoft.com/office/drawing/2014/main" id="{9CD19860-22F5-2A5A-59AD-69F1EF078E55}"/>
                </a:ext>
              </a:extLst>
            </p:cNvPr>
            <p:cNvCxnSpPr>
              <a:cxnSpLocks/>
            </p:cNvCxnSpPr>
            <p:nvPr/>
          </p:nvCxnSpPr>
          <p:spPr>
            <a:xfrm>
              <a:off x="1047862" y="2535886"/>
              <a:ext cx="2523448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A447F19-238D-7343-DFC6-701275FF46AF}"/>
                </a:ext>
              </a:extLst>
            </p:cNvPr>
            <p:cNvSpPr txBox="1"/>
            <p:nvPr/>
          </p:nvSpPr>
          <p:spPr>
            <a:xfrm>
              <a:off x="1047862" y="1928635"/>
              <a:ext cx="25234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800" b="1" dirty="0">
                  <a:latin typeface="+mj-ea"/>
                  <a:ea typeface="+mj-ea"/>
                </a:rPr>
                <a:t>이 종 민 </a:t>
              </a:r>
              <a:r>
                <a:rPr kumimoji="1" lang="en-US" altLang="ko-KR" sz="20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rPr>
                <a:t>(Client)</a:t>
              </a:r>
              <a:endParaRPr kumimoji="1" lang="ko-KR" altLang="en-US" sz="2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ABEF408-BB74-6CE5-2DDC-9CD3F2D1CD4E}"/>
              </a:ext>
            </a:extLst>
          </p:cNvPr>
          <p:cNvGrpSpPr/>
          <p:nvPr/>
        </p:nvGrpSpPr>
        <p:grpSpPr>
          <a:xfrm>
            <a:off x="4834276" y="1886619"/>
            <a:ext cx="2600648" cy="607251"/>
            <a:chOff x="1047862" y="1928635"/>
            <a:chExt cx="2600648" cy="607251"/>
          </a:xfrm>
        </p:grpSpPr>
        <p:cxnSp>
          <p:nvCxnSpPr>
            <p:cNvPr id="12" name="직선 연결선[R] 11">
              <a:extLst>
                <a:ext uri="{FF2B5EF4-FFF2-40B4-BE49-F238E27FC236}">
                  <a16:creationId xmlns:a16="http://schemas.microsoft.com/office/drawing/2014/main" id="{71A9C12D-52D6-7910-64FF-A1A33B0D0805}"/>
                </a:ext>
              </a:extLst>
            </p:cNvPr>
            <p:cNvCxnSpPr>
              <a:cxnSpLocks/>
            </p:cNvCxnSpPr>
            <p:nvPr/>
          </p:nvCxnSpPr>
          <p:spPr>
            <a:xfrm>
              <a:off x="1047862" y="2535886"/>
              <a:ext cx="2600648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C3E8E4-1F54-A156-D285-DF2E0CC5EC76}"/>
                </a:ext>
              </a:extLst>
            </p:cNvPr>
            <p:cNvSpPr txBox="1"/>
            <p:nvPr/>
          </p:nvSpPr>
          <p:spPr>
            <a:xfrm>
              <a:off x="1047862" y="1928635"/>
              <a:ext cx="260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800" b="1" dirty="0">
                  <a:latin typeface="+mj-ea"/>
                  <a:ea typeface="+mj-ea"/>
                </a:rPr>
                <a:t>이</a:t>
              </a:r>
              <a:r>
                <a:rPr kumimoji="1" lang="en-US" altLang="ko-KR" sz="2800" b="1" dirty="0">
                  <a:latin typeface="+mj-ea"/>
                  <a:ea typeface="+mj-ea"/>
                </a:rPr>
                <a:t> </a:t>
              </a:r>
              <a:r>
                <a:rPr kumimoji="1" lang="ko-KR" altLang="en-US" sz="2800" b="1" dirty="0">
                  <a:latin typeface="+mj-ea"/>
                  <a:ea typeface="+mj-ea"/>
                </a:rPr>
                <a:t>주 형 </a:t>
              </a:r>
              <a:r>
                <a:rPr kumimoji="1" lang="en-US" altLang="ko-KR" sz="20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rPr>
                <a:t>(Server)</a:t>
              </a:r>
              <a:endParaRPr kumimoji="1" lang="ko-KR" altLang="en-US" sz="2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E0CF5C6-AE31-1639-4478-CB47BEBB16B2}"/>
              </a:ext>
            </a:extLst>
          </p:cNvPr>
          <p:cNvGrpSpPr/>
          <p:nvPr/>
        </p:nvGrpSpPr>
        <p:grpSpPr>
          <a:xfrm>
            <a:off x="8697890" y="1886619"/>
            <a:ext cx="2600648" cy="607251"/>
            <a:chOff x="1047862" y="1928635"/>
            <a:chExt cx="2600648" cy="607251"/>
          </a:xfrm>
        </p:grpSpPr>
        <p:cxnSp>
          <p:nvCxnSpPr>
            <p:cNvPr id="16" name="직선 연결선[R] 15">
              <a:extLst>
                <a:ext uri="{FF2B5EF4-FFF2-40B4-BE49-F238E27FC236}">
                  <a16:creationId xmlns:a16="http://schemas.microsoft.com/office/drawing/2014/main" id="{BBDB997A-D2C6-9C42-50A0-E57D34499982}"/>
                </a:ext>
              </a:extLst>
            </p:cNvPr>
            <p:cNvCxnSpPr>
              <a:cxnSpLocks/>
            </p:cNvCxnSpPr>
            <p:nvPr/>
          </p:nvCxnSpPr>
          <p:spPr>
            <a:xfrm>
              <a:off x="1047862" y="2535886"/>
              <a:ext cx="2600648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BD04AAD-BB46-0197-3DF8-E390CD818858}"/>
                </a:ext>
              </a:extLst>
            </p:cNvPr>
            <p:cNvSpPr txBox="1"/>
            <p:nvPr/>
          </p:nvSpPr>
          <p:spPr>
            <a:xfrm>
              <a:off x="1047862" y="1928635"/>
              <a:ext cx="260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800" b="1" dirty="0">
                  <a:latin typeface="+mj-ea"/>
                  <a:ea typeface="+mj-ea"/>
                </a:rPr>
                <a:t>장 하 영 </a:t>
              </a:r>
              <a:r>
                <a:rPr kumimoji="1" lang="en-US" altLang="ko-KR" sz="20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rPr>
                <a:t>(Server)</a:t>
              </a:r>
              <a:endParaRPr kumimoji="1" lang="ko-KR" altLang="en-US" sz="2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613D579-F511-D34C-6361-CE57C5AB01FE}"/>
              </a:ext>
            </a:extLst>
          </p:cNvPr>
          <p:cNvSpPr txBox="1"/>
          <p:nvPr/>
        </p:nvSpPr>
        <p:spPr>
          <a:xfrm>
            <a:off x="1047862" y="2493870"/>
            <a:ext cx="2523448" cy="17126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 dirty="0">
                <a:latin typeface="+mj-ea"/>
                <a:ea typeface="+mj-ea"/>
              </a:rPr>
              <a:t>수강 완료 과목</a:t>
            </a:r>
            <a:endParaRPr kumimoji="1" lang="en-US" altLang="ko-KR" sz="1600" b="1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latin typeface="+mn-ea"/>
              </a:rPr>
              <a:t>3D </a:t>
            </a:r>
            <a:r>
              <a:rPr kumimoji="1" lang="ko-KR" altLang="en-US" sz="1400" dirty="0">
                <a:latin typeface="+mn-ea"/>
              </a:rPr>
              <a:t>게임 프로그래밍 </a:t>
            </a:r>
            <a:r>
              <a:rPr kumimoji="1" lang="en-US" altLang="ko-KR" sz="1400" dirty="0">
                <a:latin typeface="+mn-ea"/>
              </a:rPr>
              <a:t>1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•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2</a:t>
            </a: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고급 멀티 스레드 프로그래밍</a:t>
            </a: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 err="1">
                <a:latin typeface="+mn-ea"/>
              </a:rPr>
              <a:t>셰이더</a:t>
            </a:r>
            <a:r>
              <a:rPr kumimoji="1" lang="ko-KR" altLang="en-US" sz="1400" dirty="0">
                <a:latin typeface="+mn-ea"/>
              </a:rPr>
              <a:t> 프로그래밍</a:t>
            </a:r>
            <a:endParaRPr lang="en-US" altLang="ko-KR" sz="1400" dirty="0">
              <a:latin typeface="+mn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F9634E9-F9A7-D079-756E-3F026F7A2AFA}"/>
              </a:ext>
            </a:extLst>
          </p:cNvPr>
          <p:cNvGrpSpPr/>
          <p:nvPr/>
        </p:nvGrpSpPr>
        <p:grpSpPr>
          <a:xfrm>
            <a:off x="0" y="151273"/>
            <a:ext cx="3096039" cy="461665"/>
            <a:chOff x="702760" y="416383"/>
            <a:chExt cx="3096039" cy="46166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081DF9-1389-CFA5-04BC-96298FB95838}"/>
                </a:ext>
              </a:extLst>
            </p:cNvPr>
            <p:cNvSpPr txBox="1"/>
            <p:nvPr/>
          </p:nvSpPr>
          <p:spPr>
            <a:xfrm>
              <a:off x="874601" y="416383"/>
              <a:ext cx="29241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latin typeface="+mj-ea"/>
                  <a:ea typeface="+mj-ea"/>
                </a:rPr>
                <a:t>7.</a:t>
              </a:r>
              <a:r>
                <a:rPr kumimoji="1" lang="ko-KR" altLang="en-US" sz="2400" b="1" dirty="0">
                  <a:latin typeface="+mj-ea"/>
                  <a:ea typeface="+mj-ea"/>
                </a:rPr>
                <a:t> 개인별 준비 현황</a:t>
              </a:r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3874F328-E952-D61A-459B-14FC65478F03}"/>
                </a:ext>
              </a:extLst>
            </p:cNvPr>
            <p:cNvCxnSpPr>
              <a:cxnSpLocks/>
            </p:cNvCxnSpPr>
            <p:nvPr/>
          </p:nvCxnSpPr>
          <p:spPr>
            <a:xfrm>
              <a:off x="702760" y="878048"/>
              <a:ext cx="3074376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4393435-854D-C015-E4F4-449E7F6CA0AA}"/>
              </a:ext>
            </a:extLst>
          </p:cNvPr>
          <p:cNvSpPr txBox="1"/>
          <p:nvPr/>
        </p:nvSpPr>
        <p:spPr>
          <a:xfrm>
            <a:off x="4770156" y="2493870"/>
            <a:ext cx="2651688" cy="20819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 dirty="0">
                <a:latin typeface="+mj-ea"/>
                <a:ea typeface="+mj-ea"/>
              </a:rPr>
              <a:t>수강 완료 과목</a:t>
            </a:r>
            <a:endParaRPr kumimoji="1" lang="en-US" altLang="ko-KR" sz="1600" b="1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네트워크 기초</a:t>
            </a:r>
            <a:endParaRPr kumimoji="1" lang="en-US" altLang="ko-KR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600" b="1" dirty="0">
                <a:latin typeface="+mj-ea"/>
                <a:ea typeface="+mj-ea"/>
              </a:rPr>
              <a:t>수강 중인 과목</a:t>
            </a:r>
            <a:endParaRPr kumimoji="1" lang="en-US" altLang="ko-KR" sz="1600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네트워크 게임 프로그래밍</a:t>
            </a:r>
            <a:endParaRPr kumimoji="1" lang="en-US" altLang="ko-KR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멀티코어 프로그래밍</a:t>
            </a:r>
            <a:endParaRPr kumimoji="1" lang="en-US" altLang="ko-KR" sz="1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063F1-E2EA-77DA-9C99-2836B8BD0CE5}"/>
              </a:ext>
            </a:extLst>
          </p:cNvPr>
          <p:cNvSpPr txBox="1"/>
          <p:nvPr/>
        </p:nvSpPr>
        <p:spPr>
          <a:xfrm>
            <a:off x="11803117" y="6550223"/>
            <a:ext cx="388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+mn-ea"/>
              </a:rPr>
              <a:t>12</a:t>
            </a:r>
            <a:endParaRPr kumimoji="1" lang="ko-KR" altLang="en-US" sz="14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23C4F4-2A2C-F4C6-6938-3B6588F25FE6}"/>
              </a:ext>
            </a:extLst>
          </p:cNvPr>
          <p:cNvSpPr txBox="1"/>
          <p:nvPr/>
        </p:nvSpPr>
        <p:spPr>
          <a:xfrm>
            <a:off x="8697890" y="2493870"/>
            <a:ext cx="2600648" cy="33747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 dirty="0">
                <a:latin typeface="맑은 고딕"/>
                <a:ea typeface="맑은 고딕"/>
              </a:rPr>
              <a:t>수강/청강 완료 과목</a:t>
            </a:r>
            <a:endParaRPr kumimoji="1" lang="en-US" altLang="ko-KR" sz="1600" b="1" dirty="0">
              <a:latin typeface="맑은 고딕"/>
              <a:ea typeface="맑은 고딕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맑은 고딕"/>
                <a:ea typeface="맑은 고딕"/>
              </a:rPr>
              <a:t>네트워크 기초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맑은 고딕"/>
                <a:ea typeface="맑은 고딕"/>
              </a:rPr>
              <a:t>네트워크 게임 프로그래밍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맑은 고딕"/>
                <a:ea typeface="맑은 고딕"/>
              </a:rPr>
              <a:t>고급 </a:t>
            </a:r>
            <a:r>
              <a:rPr lang="ko-KR" altLang="en-US" sz="1400" dirty="0" err="1">
                <a:latin typeface="맑은 고딕"/>
                <a:ea typeface="맑은 고딕"/>
              </a:rPr>
              <a:t>멀티스레드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맑은 고딕"/>
                <a:ea typeface="맑은 고딕"/>
              </a:rPr>
              <a:t>     프로그래밍</a:t>
            </a:r>
            <a:endParaRPr 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맑은 고딕"/>
                <a:ea typeface="맑은 고딕"/>
              </a:rPr>
              <a:t>게임서버 프로그래밍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600" b="1" dirty="0">
                <a:latin typeface="맑은 고딕"/>
                <a:ea typeface="맑은 고딕"/>
              </a:rPr>
              <a:t>수강 중인 과목</a:t>
            </a:r>
            <a:endParaRPr kumimoji="1" lang="en-US" altLang="ko-KR" sz="1600" dirty="0">
              <a:latin typeface="맑은 고딕"/>
              <a:ea typeface="맑은 고딕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맑은 고딕"/>
                <a:ea typeface="맑은 고딕"/>
              </a:rPr>
              <a:t>네트워크 게임 프로그래밍</a:t>
            </a:r>
            <a:endParaRPr lang="en-US" altLang="ko-KR" sz="1400" dirty="0">
              <a:latin typeface="맑은 고딕"/>
              <a:ea typeface="맑은 고딕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맑은 고딕"/>
                <a:ea typeface="맑은 고딕"/>
              </a:rPr>
              <a:t>운영 체제</a:t>
            </a:r>
          </a:p>
        </p:txBody>
      </p:sp>
    </p:spTree>
    <p:extLst>
      <p:ext uri="{BB962C8B-B14F-4D97-AF65-F5344CB8AC3E}">
        <p14:creationId xmlns:p14="http://schemas.microsoft.com/office/powerpoint/2010/main" val="2201660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837BD-2195-0950-B9B2-DEDDB2ED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D363A0CF-AE5B-31CD-5039-0C7AD9B7EA77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DE133151-AAFB-14B3-B1AC-374752B76E22}"/>
              </a:ext>
            </a:extLst>
          </p:cNvPr>
          <p:cNvGrpSpPr/>
          <p:nvPr/>
        </p:nvGrpSpPr>
        <p:grpSpPr>
          <a:xfrm>
            <a:off x="0" y="151273"/>
            <a:ext cx="3929601" cy="461665"/>
            <a:chOff x="702760" y="416383"/>
            <a:chExt cx="3929601" cy="46166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D8B3AB4-5EC5-7D43-1827-F9B4D2F2A9A0}"/>
                </a:ext>
              </a:extLst>
            </p:cNvPr>
            <p:cNvSpPr txBox="1"/>
            <p:nvPr/>
          </p:nvSpPr>
          <p:spPr>
            <a:xfrm>
              <a:off x="874601" y="416383"/>
              <a:ext cx="37577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latin typeface="+mj-ea"/>
                  <a:ea typeface="+mj-ea"/>
                </a:rPr>
                <a:t>8.</a:t>
              </a:r>
              <a:r>
                <a:rPr kumimoji="1" lang="ko-KR" altLang="en-US" sz="2400" b="1" dirty="0">
                  <a:latin typeface="+mj-ea"/>
                  <a:ea typeface="+mj-ea"/>
                </a:rPr>
                <a:t> 개발 일정 및 역할 분담</a:t>
              </a:r>
            </a:p>
          </p:txBody>
        </p:sp>
        <p:cxnSp>
          <p:nvCxnSpPr>
            <p:cNvPr id="8" name="직선 연결선[R] 7">
              <a:extLst>
                <a:ext uri="{FF2B5EF4-FFF2-40B4-BE49-F238E27FC236}">
                  <a16:creationId xmlns:a16="http://schemas.microsoft.com/office/drawing/2014/main" id="{0FA94327-8E5C-8FE6-D488-EA97437B09D9}"/>
                </a:ext>
              </a:extLst>
            </p:cNvPr>
            <p:cNvCxnSpPr>
              <a:cxnSpLocks/>
            </p:cNvCxnSpPr>
            <p:nvPr/>
          </p:nvCxnSpPr>
          <p:spPr>
            <a:xfrm>
              <a:off x="702760" y="878048"/>
              <a:ext cx="3929601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DD37AA3-2868-84B7-88F0-67F23071C8DC}"/>
              </a:ext>
            </a:extLst>
          </p:cNvPr>
          <p:cNvSpPr txBox="1"/>
          <p:nvPr/>
        </p:nvSpPr>
        <p:spPr>
          <a:xfrm>
            <a:off x="11803117" y="6550223"/>
            <a:ext cx="388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+mn-ea"/>
              </a:rPr>
              <a:t>13</a:t>
            </a:r>
            <a:endParaRPr kumimoji="1" lang="ko-KR" altLang="en-US" sz="1400" dirty="0">
              <a:latin typeface="+mn-ea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1C031B8-CEE8-71F0-9D33-8E529C3CB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694160"/>
              </p:ext>
            </p:extLst>
          </p:nvPr>
        </p:nvGraphicFramePr>
        <p:xfrm>
          <a:off x="452004" y="1263441"/>
          <a:ext cx="9091316" cy="4491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952">
                  <a:extLst>
                    <a:ext uri="{9D8B030D-6E8A-4147-A177-3AD203B41FA5}">
                      <a16:colId xmlns:a16="http://schemas.microsoft.com/office/drawing/2014/main" val="1815774503"/>
                    </a:ext>
                  </a:extLst>
                </a:gridCol>
                <a:gridCol w="914052">
                  <a:extLst>
                    <a:ext uri="{9D8B030D-6E8A-4147-A177-3AD203B41FA5}">
                      <a16:colId xmlns:a16="http://schemas.microsoft.com/office/drawing/2014/main" val="3704764019"/>
                    </a:ext>
                  </a:extLst>
                </a:gridCol>
                <a:gridCol w="914052">
                  <a:extLst>
                    <a:ext uri="{9D8B030D-6E8A-4147-A177-3AD203B41FA5}">
                      <a16:colId xmlns:a16="http://schemas.microsoft.com/office/drawing/2014/main" val="3821068138"/>
                    </a:ext>
                  </a:extLst>
                </a:gridCol>
                <a:gridCol w="914052">
                  <a:extLst>
                    <a:ext uri="{9D8B030D-6E8A-4147-A177-3AD203B41FA5}">
                      <a16:colId xmlns:a16="http://schemas.microsoft.com/office/drawing/2014/main" val="1382840777"/>
                    </a:ext>
                  </a:extLst>
                </a:gridCol>
                <a:gridCol w="914052">
                  <a:extLst>
                    <a:ext uri="{9D8B030D-6E8A-4147-A177-3AD203B41FA5}">
                      <a16:colId xmlns:a16="http://schemas.microsoft.com/office/drawing/2014/main" val="1037121094"/>
                    </a:ext>
                  </a:extLst>
                </a:gridCol>
                <a:gridCol w="914052">
                  <a:extLst>
                    <a:ext uri="{9D8B030D-6E8A-4147-A177-3AD203B41FA5}">
                      <a16:colId xmlns:a16="http://schemas.microsoft.com/office/drawing/2014/main" val="1077813201"/>
                    </a:ext>
                  </a:extLst>
                </a:gridCol>
                <a:gridCol w="914052">
                  <a:extLst>
                    <a:ext uri="{9D8B030D-6E8A-4147-A177-3AD203B41FA5}">
                      <a16:colId xmlns:a16="http://schemas.microsoft.com/office/drawing/2014/main" val="1632481065"/>
                    </a:ext>
                  </a:extLst>
                </a:gridCol>
                <a:gridCol w="914052">
                  <a:extLst>
                    <a:ext uri="{9D8B030D-6E8A-4147-A177-3AD203B41FA5}">
                      <a16:colId xmlns:a16="http://schemas.microsoft.com/office/drawing/2014/main" val="97146692"/>
                    </a:ext>
                  </a:extLst>
                </a:gridCol>
              </a:tblGrid>
              <a:tr h="40641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372391"/>
                  </a:ext>
                </a:extLst>
              </a:tr>
              <a:tr h="4064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클라이언트 로직 제작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267563"/>
                  </a:ext>
                </a:extLst>
              </a:tr>
              <a:tr h="21389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서버 로직 제작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913038"/>
                  </a:ext>
                </a:extLst>
              </a:tr>
              <a:tr h="21389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89769"/>
                  </a:ext>
                </a:extLst>
              </a:tr>
              <a:tr h="4064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데이터베이스 연동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014007"/>
                  </a:ext>
                </a:extLst>
              </a:tr>
              <a:tr h="4064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애니메이션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92418"/>
                  </a:ext>
                </a:extLst>
              </a:tr>
              <a:tr h="4064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지형 제작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148884"/>
                  </a:ext>
                </a:extLst>
              </a:tr>
              <a:tr h="4064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/>
                        <a:t>쉐이딩</a:t>
                      </a:r>
                      <a:endParaRPr lang="ko-KR" altLang="en-US" dirty="0" err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02552"/>
                  </a:ext>
                </a:extLst>
              </a:tr>
              <a:tr h="4064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오브젝트 구현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58650"/>
                  </a:ext>
                </a:extLst>
              </a:tr>
              <a:tr h="4064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/>
                        <a:t>거점 점령 구현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693765"/>
                  </a:ext>
                </a:extLst>
              </a:tr>
              <a:tr h="4064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/>
                        <a:t>화물 이송 구현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513276"/>
                  </a:ext>
                </a:extLst>
              </a:tr>
              <a:tr h="4064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/>
                        <a:t>UI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97826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FF74C70-75B9-0AFE-B054-6F29E06AC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727283"/>
              </p:ext>
            </p:extLst>
          </p:nvPr>
        </p:nvGraphicFramePr>
        <p:xfrm>
          <a:off x="9899315" y="1263315"/>
          <a:ext cx="1905444" cy="1854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722">
                  <a:extLst>
                    <a:ext uri="{9D8B030D-6E8A-4147-A177-3AD203B41FA5}">
                      <a16:colId xmlns:a16="http://schemas.microsoft.com/office/drawing/2014/main" val="2301790957"/>
                    </a:ext>
                  </a:extLst>
                </a:gridCol>
                <a:gridCol w="952722">
                  <a:extLst>
                    <a:ext uri="{9D8B030D-6E8A-4147-A177-3AD203B41FA5}">
                      <a16:colId xmlns:a16="http://schemas.microsoft.com/office/drawing/2014/main" val="1684793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386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이종민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891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이주형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88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solidFill>
                            <a:schemeClr val="tx1"/>
                          </a:solidFill>
                        </a:rPr>
                        <a:t>장하영</a:t>
                      </a:r>
                      <a:endParaRPr lang="ko-KR" altLang="en-US" dirty="0" err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54531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전체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65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254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0BD92-DAC6-6B7A-78FF-F647A551B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17BCB2B7-E712-0CC1-06EB-F6A54BB1A78B}"/>
              </a:ext>
            </a:extLst>
          </p:cNvPr>
          <p:cNvGrpSpPr/>
          <p:nvPr/>
        </p:nvGrpSpPr>
        <p:grpSpPr>
          <a:xfrm>
            <a:off x="4599436" y="2828835"/>
            <a:ext cx="2993127" cy="1200329"/>
            <a:chOff x="1069127" y="605641"/>
            <a:chExt cx="2993127" cy="120032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95FDB51-5DD9-2953-7189-C865415D9D1C}"/>
                </a:ext>
              </a:extLst>
            </p:cNvPr>
            <p:cNvSpPr txBox="1"/>
            <p:nvPr/>
          </p:nvSpPr>
          <p:spPr>
            <a:xfrm>
              <a:off x="1069127" y="605641"/>
              <a:ext cx="299312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7200" b="1" dirty="0">
                  <a:latin typeface="+mj-ea"/>
                  <a:ea typeface="+mj-ea"/>
                </a:rPr>
                <a:t>Q &amp; A</a:t>
              </a:r>
              <a:endParaRPr kumimoji="1" lang="ko-KR" altLang="en-US" sz="7200" b="1" dirty="0">
                <a:latin typeface="+mj-ea"/>
                <a:ea typeface="+mj-ea"/>
              </a:endParaRPr>
            </a:p>
          </p:txBody>
        </p:sp>
        <p:cxnSp>
          <p:nvCxnSpPr>
            <p:cNvPr id="21" name="직선 연결선[R] 20">
              <a:extLst>
                <a:ext uri="{FF2B5EF4-FFF2-40B4-BE49-F238E27FC236}">
                  <a16:creationId xmlns:a16="http://schemas.microsoft.com/office/drawing/2014/main" id="{D2DCD251-5F76-D4C0-B9BD-7F59D7847285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27" y="1805970"/>
              <a:ext cx="2993127" cy="0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1B5A0A95-6619-1675-8D72-FB7EB91BDAE6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161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09525-A05B-8D41-E0C3-051BD0F3D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A078DF7C-E49B-8A25-3A85-EFF3EBF26EA6}"/>
              </a:ext>
            </a:extLst>
          </p:cNvPr>
          <p:cNvGrpSpPr/>
          <p:nvPr/>
        </p:nvGrpSpPr>
        <p:grpSpPr>
          <a:xfrm>
            <a:off x="392234" y="249381"/>
            <a:ext cx="1005403" cy="603892"/>
            <a:chOff x="1069127" y="605641"/>
            <a:chExt cx="1005403" cy="60389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C43B5D7-CD25-6AE1-C7DF-4E31F52B7243}"/>
                </a:ext>
              </a:extLst>
            </p:cNvPr>
            <p:cNvSpPr txBox="1"/>
            <p:nvPr/>
          </p:nvSpPr>
          <p:spPr>
            <a:xfrm>
              <a:off x="1069127" y="605641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3200" b="1" dirty="0">
                  <a:latin typeface="+mj-ea"/>
                  <a:ea typeface="+mj-ea"/>
                </a:rPr>
                <a:t>부록</a:t>
              </a:r>
            </a:p>
          </p:txBody>
        </p:sp>
        <p:cxnSp>
          <p:nvCxnSpPr>
            <p:cNvPr id="21" name="직선 연결선[R] 20">
              <a:extLst>
                <a:ext uri="{FF2B5EF4-FFF2-40B4-BE49-F238E27FC236}">
                  <a16:creationId xmlns:a16="http://schemas.microsoft.com/office/drawing/2014/main" id="{4611A038-5717-0D40-98F1-36BD4D7B90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9127" y="1205529"/>
              <a:ext cx="1005403" cy="4004"/>
            </a:xfrm>
            <a:prstGeom prst="line">
              <a:avLst/>
            </a:prstGeom>
            <a:ln w="38100">
              <a:solidFill>
                <a:srgbClr val="108A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87EEDC71-D767-E700-DA41-89F90487EAB2}"/>
              </a:ext>
            </a:extLst>
          </p:cNvPr>
          <p:cNvCxnSpPr>
            <a:cxnSpLocks/>
          </p:cNvCxnSpPr>
          <p:nvPr/>
        </p:nvCxnSpPr>
        <p:spPr>
          <a:xfrm>
            <a:off x="0" y="6545222"/>
            <a:ext cx="12192000" cy="0"/>
          </a:xfrm>
          <a:prstGeom prst="line">
            <a:avLst/>
          </a:prstGeom>
          <a:ln w="28575">
            <a:solidFill>
              <a:srgbClr val="108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8A9B85-FCD5-D28D-D9F9-6C626F0EBAA9}"/>
                  </a:ext>
                </a:extLst>
              </p:cNvPr>
              <p:cNvSpPr txBox="1"/>
              <p:nvPr/>
            </p:nvSpPr>
            <p:spPr>
              <a:xfrm>
                <a:off x="0" y="1086679"/>
                <a:ext cx="12191999" cy="4109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kumimoji="1" lang="en-US" altLang="ko-KR" sz="1600" dirty="0">
                    <a:latin typeface="+mn-ea"/>
                  </a:rPr>
                  <a:t>[1]</a:t>
                </a:r>
                <a:r>
                  <a:rPr kumimoji="1" lang="ko-KR" altLang="en-US" sz="1600" dirty="0">
                    <a:latin typeface="+mn-ea"/>
                  </a:rPr>
                  <a:t> </a:t>
                </a:r>
                <a:r>
                  <a:rPr kumimoji="1" lang="en-US" altLang="ko-KR" sz="1600" dirty="0">
                    <a:latin typeface="+mn-ea"/>
                  </a:rPr>
                  <a:t>Windows 10 (20H2)</a:t>
                </a:r>
                <a:r>
                  <a:rPr kumimoji="1" lang="ko-KR" altLang="en-US" sz="1600" dirty="0">
                    <a:latin typeface="+mn-ea"/>
                  </a:rPr>
                  <a:t> 이상 </a:t>
                </a:r>
                <a:r>
                  <a:rPr kumimoji="1" lang="en-US" altLang="ko-KR" sz="1600" dirty="0">
                    <a:latin typeface="+mn-ea"/>
                  </a:rPr>
                  <a:t>DirectX 12 API</a:t>
                </a:r>
                <a:r>
                  <a:rPr kumimoji="1" lang="ko-KR" altLang="en-US" sz="1600" dirty="0">
                    <a:latin typeface="+mn-ea"/>
                  </a:rPr>
                  <a:t> 호환 </a:t>
                </a:r>
                <a:r>
                  <a:rPr kumimoji="1" lang="en-US" altLang="ko-KR" sz="1600" dirty="0">
                    <a:latin typeface="+mn-ea"/>
                  </a:rPr>
                  <a:t>x86_64 </a:t>
                </a:r>
                <a:r>
                  <a:rPr kumimoji="1" lang="ko-KR" altLang="en-US" sz="1600" dirty="0">
                    <a:latin typeface="+mn-ea"/>
                  </a:rPr>
                  <a:t>시스템</a:t>
                </a:r>
                <a:endParaRPr kumimoji="1" lang="en-US" altLang="ko-KR" sz="1600" dirty="0">
                  <a:latin typeface="+mn-ea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1600" dirty="0">
                    <a:latin typeface="+mn-ea"/>
                  </a:rPr>
                  <a:t>[2]</a:t>
                </a:r>
                <a:r>
                  <a:rPr kumimoji="1" lang="ko-KR" altLang="en-US" sz="1600" dirty="0">
                    <a:latin typeface="+mn-ea"/>
                  </a:rPr>
                  <a:t> </a:t>
                </a:r>
                <a:r>
                  <a:rPr kumimoji="1" lang="en-US" altLang="ko-KR" sz="1600" dirty="0">
                    <a:latin typeface="+mn-ea"/>
                  </a:rPr>
                  <a:t>macOS 11 (Big Sur) </a:t>
                </a:r>
                <a:r>
                  <a:rPr kumimoji="1" lang="ko-KR" altLang="en-US" sz="1600" dirty="0">
                    <a:latin typeface="+mn-ea"/>
                  </a:rPr>
                  <a:t>이상 </a:t>
                </a:r>
                <a:r>
                  <a:rPr kumimoji="1" lang="en-US" altLang="ko-KR" sz="1600" dirty="0">
                    <a:latin typeface="+mn-ea"/>
                  </a:rPr>
                  <a:t>Metal API </a:t>
                </a:r>
                <a:r>
                  <a:rPr kumimoji="1" lang="ko-KR" altLang="en-US" sz="1600" dirty="0">
                    <a:latin typeface="+mn-ea"/>
                  </a:rPr>
                  <a:t>호환 </a:t>
                </a:r>
                <a:r>
                  <a:rPr kumimoji="1" lang="en-US" altLang="ko-KR" sz="1600" dirty="0">
                    <a:latin typeface="+mn-ea"/>
                  </a:rPr>
                  <a:t>Apple Silicon Mac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1600" dirty="0">
                    <a:latin typeface="+mn-ea"/>
                  </a:rPr>
                  <a:t>[3]</a:t>
                </a:r>
                <a:r>
                  <a:rPr kumimoji="1" lang="ko-KR" altLang="en-US" sz="1600" dirty="0">
                    <a:latin typeface="+mn-ea"/>
                  </a:rPr>
                  <a:t> </a:t>
                </a:r>
                <a:r>
                  <a:rPr kumimoji="1" lang="en-US" altLang="ko-KR" sz="1600" dirty="0">
                    <a:latin typeface="+mn-ea"/>
                  </a:rPr>
                  <a:t>1280x720 </a:t>
                </a:r>
                <a:r>
                  <a:rPr kumimoji="1" lang="ko-KR" altLang="en-US" sz="1600" dirty="0">
                    <a:latin typeface="+mn-ea"/>
                  </a:rPr>
                  <a:t>해상도 기준</a:t>
                </a:r>
                <a:r>
                  <a:rPr kumimoji="1" lang="en-US" altLang="ko-KR" sz="1600" dirty="0">
                    <a:latin typeface="+mn-ea"/>
                  </a:rPr>
                  <a:t>,</a:t>
                </a:r>
                <a:r>
                  <a:rPr kumimoji="1" lang="ko-KR" altLang="en-US" sz="16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𝑃𝑃𝑀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kumimoji="1" lang="en-US" altLang="ko-KR" sz="16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𝑃𝑃𝑀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𝑏𝑎𝑠𝑒</m:t>
                        </m:r>
                      </m:sub>
                    </m:sSub>
                    <m:r>
                      <a:rPr kumimoji="1" lang="en-US" altLang="ko-KR" sz="1600" b="0" i="1" smtClean="0">
                        <a:latin typeface="Cambria Math" panose="02040503050406030204" pitchFamily="18" charset="0"/>
                      </a:rPr>
                      <m:t> × </m:t>
                    </m:r>
                    <m:d>
                      <m:d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ko-KR" altLang="en-US" sz="1600" b="0" i="1" smtClean="0">
                                    <a:latin typeface="Cambria Math" panose="02040503050406030204" pitchFamily="18" charset="0"/>
                                  </a:rPr>
                                  <m:t>해상도</m:t>
                                </m:r>
                              </m:e>
                              <m:sub>
                                <m:r>
                                  <a:rPr kumimoji="1"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𝑛𝑒𝑤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kumimoji="1"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ko-KR" altLang="en-US" sz="1600" b="0" i="1" smtClean="0">
                                    <a:latin typeface="Cambria Math" panose="02040503050406030204" pitchFamily="18" charset="0"/>
                                  </a:rPr>
                                  <m:t>해상도</m:t>
                                </m:r>
                              </m:e>
                              <m:sub>
                                <m:r>
                                  <a:rPr kumimoji="1"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𝑏𝑎𝑠𝑒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kumimoji="1" lang="en-US" altLang="ko-KR" sz="1600" dirty="0">
                  <a:latin typeface="+mn-ea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1600" dirty="0">
                    <a:latin typeface="+mn-ea"/>
                  </a:rPr>
                  <a:t>[4]</a:t>
                </a:r>
                <a:r>
                  <a:rPr kumimoji="1" lang="ko-KR" altLang="en-US" sz="1600" dirty="0">
                    <a:latin typeface="+mn-ea"/>
                  </a:rPr>
                  <a:t> 스킬의 재사용 대기 시간 또는 </a:t>
                </a:r>
                <a:r>
                  <a:rPr kumimoji="1" lang="en-US" altLang="ko-KR" sz="1600" dirty="0">
                    <a:latin typeface="+mn-ea"/>
                  </a:rPr>
                  <a:t>EX </a:t>
                </a:r>
                <a:r>
                  <a:rPr kumimoji="1" lang="ko-KR" altLang="en-US" sz="1600" dirty="0">
                    <a:latin typeface="+mn-ea"/>
                  </a:rPr>
                  <a:t>스킬의 코스트 </a:t>
                </a:r>
                <a:r>
                  <a:rPr kumimoji="1" lang="ko-KR" altLang="en-US" sz="1600" dirty="0" err="1">
                    <a:latin typeface="+mn-ea"/>
                  </a:rPr>
                  <a:t>충전량은</a:t>
                </a:r>
                <a:r>
                  <a:rPr kumimoji="1" lang="ko-KR" altLang="en-US" sz="1600" dirty="0">
                    <a:latin typeface="+mn-ea"/>
                  </a:rPr>
                  <a:t> 학생마다 다름</a:t>
                </a:r>
                <a:endParaRPr kumimoji="1" lang="en-US" altLang="ko-KR" sz="1600" dirty="0">
                  <a:latin typeface="+mn-ea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1600" dirty="0">
                    <a:latin typeface="+mn-ea"/>
                  </a:rPr>
                  <a:t>[5]</a:t>
                </a:r>
                <a:r>
                  <a:rPr kumimoji="1" lang="ko-KR" altLang="en-US" sz="1600" dirty="0">
                    <a:latin typeface="+mn-ea"/>
                  </a:rPr>
                  <a:t> 예를 들어 </a:t>
                </a:r>
                <a:r>
                  <a:rPr kumimoji="1" lang="ko-KR" altLang="en-US" sz="1600" dirty="0" err="1">
                    <a:latin typeface="+mn-ea"/>
                  </a:rPr>
                  <a:t>화염통</a:t>
                </a:r>
                <a:r>
                  <a:rPr kumimoji="1" lang="ko-KR" altLang="en-US" sz="1600" dirty="0">
                    <a:latin typeface="+mn-ea"/>
                  </a:rPr>
                  <a:t> 오브젝트에 일정 대미지가 축적될 경우 폭발하여 주변 유저에게 대미지를 줌</a:t>
                </a:r>
                <a:endParaRPr kumimoji="1" lang="en-US" altLang="ko-KR" sz="1600" dirty="0">
                  <a:latin typeface="+mn-ea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1600" dirty="0">
                    <a:latin typeface="+mn-ea"/>
                  </a:rPr>
                  <a:t>[6]</a:t>
                </a:r>
                <a:r>
                  <a:rPr kumimoji="1" lang="ko-KR" altLang="en-US" sz="1600" dirty="0">
                    <a:latin typeface="+mn-ea"/>
                  </a:rPr>
                  <a:t> 최대 추가 시간은 </a:t>
                </a:r>
                <a:r>
                  <a:rPr kumimoji="1" lang="en-US" altLang="ko-KR" sz="1600" dirty="0">
                    <a:latin typeface="+mn-ea"/>
                  </a:rPr>
                  <a:t>30</a:t>
                </a:r>
                <a:r>
                  <a:rPr kumimoji="1" lang="ko-KR" altLang="en-US" sz="1600" dirty="0">
                    <a:latin typeface="+mn-ea"/>
                  </a:rPr>
                  <a:t>초</a:t>
                </a:r>
                <a:r>
                  <a:rPr kumimoji="1" lang="en-US" altLang="ko-KR" sz="1600" dirty="0">
                    <a:latin typeface="+mn-ea"/>
                  </a:rPr>
                  <a:t>,</a:t>
                </a:r>
                <a:r>
                  <a:rPr kumimoji="1" lang="ko-KR" altLang="en-US" sz="1600" dirty="0">
                    <a:latin typeface="+mn-ea"/>
                  </a:rPr>
                  <a:t> 화물이 목적지에 가까울수록</a:t>
                </a:r>
                <a:r>
                  <a:rPr kumimoji="1" lang="en-US" altLang="ko-KR" sz="1600" dirty="0">
                    <a:latin typeface="+mn-ea"/>
                  </a:rPr>
                  <a:t>,</a:t>
                </a:r>
                <a:r>
                  <a:rPr kumimoji="1" lang="ko-KR" altLang="en-US" sz="1600" dirty="0">
                    <a:latin typeface="+mn-ea"/>
                  </a:rPr>
                  <a:t> 두 팀의 거점 점령 게이지가 비슷할 수록 더 많은 추가 시간이 주어짐 </a:t>
                </a:r>
                <a:endParaRPr kumimoji="1" lang="en-US" altLang="ko-KR" sz="1600" dirty="0">
                  <a:latin typeface="+mn-ea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1600" dirty="0">
                    <a:latin typeface="+mn-ea"/>
                  </a:rPr>
                  <a:t>[7]</a:t>
                </a:r>
                <a:r>
                  <a:rPr kumimoji="1" lang="ko-KR" altLang="en-US" sz="1600" dirty="0">
                    <a:latin typeface="+mn-ea"/>
                  </a:rPr>
                  <a:t> </a:t>
                </a:r>
                <a:r>
                  <a:rPr kumimoji="1" lang="en-US" altLang="ko-KR" sz="1600" dirty="0">
                    <a:latin typeface="+mn-ea"/>
                  </a:rPr>
                  <a:t>Rust </a:t>
                </a:r>
                <a:r>
                  <a:rPr kumimoji="1" lang="ko-KR" altLang="en-US" sz="1600" dirty="0">
                    <a:latin typeface="+mn-ea"/>
                  </a:rPr>
                  <a:t>버전 </a:t>
                </a:r>
                <a:r>
                  <a:rPr kumimoji="1" lang="en-US" altLang="ko-KR" sz="1600" dirty="0">
                    <a:latin typeface="+mn-ea"/>
                  </a:rPr>
                  <a:t>1.78</a:t>
                </a:r>
                <a:r>
                  <a:rPr kumimoji="1" lang="ko-KR" altLang="en-US" sz="1600" dirty="0">
                    <a:latin typeface="+mn-ea"/>
                  </a:rPr>
                  <a:t> 이상</a:t>
                </a:r>
                <a:endParaRPr kumimoji="1" lang="en-US" altLang="ko-KR" sz="1600" dirty="0">
                  <a:latin typeface="+mn-ea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1600" dirty="0">
                    <a:latin typeface="+mn-ea"/>
                  </a:rPr>
                  <a:t>[8]</a:t>
                </a:r>
                <a:r>
                  <a:rPr kumimoji="1" lang="ko-KR" altLang="en-US" sz="1600" dirty="0">
                    <a:latin typeface="+mn-ea"/>
                  </a:rPr>
                  <a:t> </a:t>
                </a:r>
                <a:r>
                  <a:rPr kumimoji="1" lang="en-US" altLang="ko-KR" sz="1600" dirty="0">
                    <a:latin typeface="+mn-ea"/>
                  </a:rPr>
                  <a:t>Rust</a:t>
                </a:r>
                <a:r>
                  <a:rPr kumimoji="1" lang="ko-KR" altLang="en-US" sz="1600" dirty="0">
                    <a:latin typeface="+mn-ea"/>
                  </a:rPr>
                  <a:t>의 비동기 네트워크 프로그래밍을 위한 라이브러리</a:t>
                </a:r>
                <a:endParaRPr kumimoji="1" lang="en-US" altLang="ko-KR" sz="1600" dirty="0">
                  <a:latin typeface="+mn-ea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1600" dirty="0">
                    <a:latin typeface="+mn-ea"/>
                  </a:rPr>
                  <a:t>[9]</a:t>
                </a:r>
                <a:r>
                  <a:rPr kumimoji="1" lang="ko-KR" altLang="en-US" sz="1600" dirty="0">
                    <a:latin typeface="+mn-ea"/>
                  </a:rPr>
                  <a:t> </a:t>
                </a:r>
                <a:r>
                  <a:rPr kumimoji="1" lang="en-US" altLang="ko-KR" sz="1600" dirty="0">
                    <a:latin typeface="+mn-ea"/>
                  </a:rPr>
                  <a:t>Rust</a:t>
                </a:r>
                <a:r>
                  <a:rPr kumimoji="1" lang="ko-KR" altLang="en-US" sz="1600" dirty="0">
                    <a:latin typeface="+mn-ea"/>
                  </a:rPr>
                  <a:t>의 </a:t>
                </a:r>
                <a:r>
                  <a:rPr kumimoji="1" lang="en-US" altLang="ko-KR" sz="1600" dirty="0" err="1">
                    <a:latin typeface="+mn-ea"/>
                  </a:rPr>
                  <a:t>WebGPU</a:t>
                </a:r>
                <a:r>
                  <a:rPr kumimoji="1" lang="en-US" altLang="ko-KR" sz="1600" dirty="0">
                    <a:latin typeface="+mn-ea"/>
                  </a:rPr>
                  <a:t> API </a:t>
                </a:r>
                <a:r>
                  <a:rPr kumimoji="1" lang="ko-KR" altLang="en-US" sz="1600" dirty="0">
                    <a:latin typeface="+mn-ea"/>
                  </a:rPr>
                  <a:t>기반 크로스 플랫폼 그래픽스 라이브러리</a:t>
                </a:r>
                <a:endParaRPr kumimoji="1" lang="en-US" altLang="ko-KR" sz="1600" dirty="0">
                  <a:latin typeface="+mn-ea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1600" dirty="0">
                    <a:latin typeface="+mn-ea"/>
                  </a:rPr>
                  <a:t>[10] HD-Tree: </a:t>
                </a:r>
                <a:r>
                  <a:rPr kumimoji="1" lang="ko-KR" altLang="en-US" sz="1600" dirty="0">
                    <a:latin typeface="+mn-ea"/>
                  </a:rPr>
                  <a:t>고성능 </a:t>
                </a:r>
                <a:r>
                  <a:rPr kumimoji="1" lang="en-US" altLang="ko-KR" sz="1600" dirty="0">
                    <a:latin typeface="+mn-ea"/>
                  </a:rPr>
                  <a:t>Lock-Free NNS KD-Tree (</a:t>
                </a:r>
                <a:r>
                  <a:rPr kumimoji="1" lang="ko-KR" altLang="en-US" sz="1600" dirty="0">
                    <a:latin typeface="+mn-ea"/>
                  </a:rPr>
                  <a:t>한국게임학회 </a:t>
                </a:r>
                <a:r>
                  <a:rPr kumimoji="1" lang="ko-KR" altLang="en-US" sz="1600" dirty="0" err="1">
                    <a:latin typeface="+mn-ea"/>
                  </a:rPr>
                  <a:t>논문지</a:t>
                </a:r>
                <a:r>
                  <a:rPr kumimoji="1" lang="ko-KR" altLang="en-US" sz="1600" dirty="0">
                    <a:latin typeface="+mn-ea"/>
                  </a:rPr>
                  <a:t> 제</a:t>
                </a:r>
                <a:r>
                  <a:rPr kumimoji="1" lang="en-US" altLang="ko-KR" sz="1600" dirty="0">
                    <a:latin typeface="+mn-ea"/>
                  </a:rPr>
                  <a:t>20</a:t>
                </a:r>
                <a:r>
                  <a:rPr kumimoji="1" lang="ko-KR" altLang="en-US" sz="1600" dirty="0">
                    <a:latin typeface="+mn-ea"/>
                  </a:rPr>
                  <a:t>권 제</a:t>
                </a:r>
                <a:r>
                  <a:rPr kumimoji="1" lang="en-US" altLang="ko-KR" sz="1600" dirty="0">
                    <a:latin typeface="+mn-ea"/>
                  </a:rPr>
                  <a:t>5</a:t>
                </a:r>
                <a:r>
                  <a:rPr kumimoji="1" lang="ko-KR" altLang="en-US" sz="1600" dirty="0">
                    <a:latin typeface="+mn-ea"/>
                  </a:rPr>
                  <a:t>호</a:t>
                </a:r>
                <a:r>
                  <a:rPr kumimoji="1" lang="en-US" altLang="ko-KR" sz="1600" dirty="0">
                    <a:latin typeface="+mn-ea"/>
                  </a:rPr>
                  <a:t>)</a:t>
                </a:r>
                <a:endParaRPr kumimoji="1" lang="ko-KR" altLang="en-US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8A9B85-FCD5-D28D-D9F9-6C626F0EB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86679"/>
                <a:ext cx="12191999" cy="4109330"/>
              </a:xfrm>
              <a:prstGeom prst="rect">
                <a:avLst/>
              </a:prstGeom>
              <a:blipFill>
                <a:blip r:embed="rId2"/>
                <a:stretch>
                  <a:fillRect b="-3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215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1157</TotalTime>
  <Words>876</Words>
  <Application>Microsoft Macintosh PowerPoint</Application>
  <PresentationFormat>와이드스크린</PresentationFormat>
  <Paragraphs>194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Wingdings</vt:lpstr>
      <vt:lpstr>맑은 고딕</vt:lpstr>
      <vt:lpstr>Aptos Display</vt:lpstr>
      <vt:lpstr>Aptos</vt:lpstr>
      <vt:lpstr>Arial</vt:lpstr>
      <vt:lpstr>맑은 고딕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종민 이</cp:lastModifiedBy>
  <cp:revision>32</cp:revision>
  <dcterms:created xsi:type="dcterms:W3CDTF">2024-11-21T09:05:22Z</dcterms:created>
  <dcterms:modified xsi:type="dcterms:W3CDTF">2024-12-28T05:50:34Z</dcterms:modified>
</cp:coreProperties>
</file>
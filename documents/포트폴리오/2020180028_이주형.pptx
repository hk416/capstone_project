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9" r:id="rId3"/>
    <p:sldId id="260" r:id="rId4"/>
    <p:sldId id="278" r:id="rId5"/>
    <p:sldId id="279" r:id="rId6"/>
    <p:sldId id="280" r:id="rId7"/>
    <p:sldId id="276" r:id="rId8"/>
    <p:sldId id="263" r:id="rId9"/>
    <p:sldId id="273" r:id="rId10"/>
    <p:sldId id="272" r:id="rId11"/>
    <p:sldId id="269" r:id="rId12"/>
    <p:sldId id="274" r:id="rId13"/>
    <p:sldId id="268" r:id="rId14"/>
    <p:sldId id="270" r:id="rId15"/>
    <p:sldId id="264" r:id="rId16"/>
    <p:sldId id="281" r:id="rId17"/>
    <p:sldId id="282" r:id="rId18"/>
    <p:sldId id="271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7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2025-08-19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Jirung-E/CG_HW2_AM" TargetMode="External"/><Relationship Id="rId3" Type="http://schemas.openxmlformats.org/officeDocument/2006/relationships/hyperlink" Target="https://github.com/Jirung-E/NetGame_Agar" TargetMode="External"/><Relationship Id="rId7" Type="http://schemas.openxmlformats.org/officeDocument/2006/relationships/hyperlink" Target="https://github.com/Jirung-E/WP_Final" TargetMode="External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Jirung-E/Rugby" TargetMode="External"/><Relationship Id="rId11" Type="http://schemas.openxmlformats.org/officeDocument/2006/relationships/hyperlink" Target="https://github.com/Jirung-E/EmployeeManagementSystem" TargetMode="External"/><Relationship Id="rId5" Type="http://schemas.openxmlformats.org/officeDocument/2006/relationships/hyperlink" Target="https://github.com/Jirung-E/CG_Final_Minecraft" TargetMode="External"/><Relationship Id="rId10" Type="http://schemas.openxmlformats.org/officeDocument/2006/relationships/hyperlink" Target="https://github.com/Jirung-E/JirungEngine" TargetMode="External"/><Relationship Id="rId4" Type="http://schemas.openxmlformats.org/officeDocument/2006/relationships/hyperlink" Target="https://github.com/Jirung-E/Script_termproject" TargetMode="External"/><Relationship Id="rId9" Type="http://schemas.openxmlformats.org/officeDocument/2006/relationships/hyperlink" Target="https://github.com/Jirung-E/L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40C25D-32BF-20B2-9B8C-52F0E2065643}"/>
              </a:ext>
            </a:extLst>
          </p:cNvPr>
          <p:cNvSpPr/>
          <p:nvPr/>
        </p:nvSpPr>
        <p:spPr>
          <a:xfrm>
            <a:off x="838201" y="1570899"/>
            <a:ext cx="1894450" cy="24832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C/C++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IOCP/</a:t>
            </a:r>
            <a:r>
              <a:rPr lang="ko-KR" altLang="en-US" sz="1400" dirty="0"/>
              <a:t>비동기 프로그래밍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DirectX12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Unreal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</a:t>
            </a:r>
            <a:r>
              <a:rPr lang="en-US" altLang="ko-KR" sz="1400" dirty="0" err="1"/>
              <a:t>Github</a:t>
            </a:r>
            <a:endParaRPr lang="en-US" altLang="ko-KR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 err="1"/>
              <a:t>작업물</a:t>
            </a:r>
            <a:endParaRPr lang="ko-KR" altLang="en-US" sz="36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2"/>
            <a:ext cx="1103630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endParaRPr lang="en-US" altLang="ko-KR" sz="1400" dirty="0"/>
          </a:p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소규모 멀티플레이 게임 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– Agar.io </a:t>
            </a:r>
            <a:r>
              <a:rPr lang="ko-KR" altLang="en-US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모작</a:t>
            </a:r>
            <a:endParaRPr lang="en-US" altLang="ko-KR" sz="1400" dirty="0"/>
          </a:p>
          <a:p>
            <a:r>
              <a:rPr lang="ko-KR" altLang="en-US" sz="1400" dirty="0"/>
              <a:t>소켓통신</a:t>
            </a:r>
            <a:r>
              <a:rPr lang="en-US" altLang="ko-KR" sz="1400" dirty="0"/>
              <a:t>, </a:t>
            </a:r>
            <a:r>
              <a:rPr lang="ko-KR" altLang="en-US" sz="1400" dirty="0"/>
              <a:t>동기화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ko-KR" altLang="en-US" sz="1400" dirty="0"/>
              <a:t>클라이언트 작업</a:t>
            </a:r>
            <a:endParaRPr lang="en-US" altLang="ko-KR" sz="1400" dirty="0"/>
          </a:p>
          <a:p>
            <a:r>
              <a:rPr lang="en-US" altLang="ko-KR" sz="14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47574"/>
              </p:ext>
            </p:extLst>
          </p:nvPr>
        </p:nvGraphicFramePr>
        <p:xfrm>
          <a:off x="5835650" y="1640581"/>
          <a:ext cx="5778500" cy="41980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7230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9512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게임명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Hello2Halo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 vs 5 </a:t>
                      </a:r>
                      <a:r>
                        <a:rPr lang="ko-KR" altLang="en-US" sz="1200" dirty="0"/>
                        <a:t>멀티플레이 </a:t>
                      </a:r>
                      <a:r>
                        <a:rPr lang="en-US" altLang="ko-KR" sz="1200" dirty="0"/>
                        <a:t>TPS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 err="1"/>
                        <a:t>블루아카이브의</a:t>
                      </a:r>
                      <a:r>
                        <a:rPr lang="ko-KR" altLang="en-US" sz="1200" dirty="0"/>
                        <a:t>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3</a:t>
                      </a:r>
                      <a:r>
                        <a:rPr lang="ko-KR" altLang="en-US" sz="1200" dirty="0"/>
                        <a:t>명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클라이언트 </a:t>
                      </a:r>
                      <a:r>
                        <a:rPr lang="en-US" altLang="ko-KR" sz="1200" dirty="0"/>
                        <a:t>1, </a:t>
                      </a:r>
                      <a:r>
                        <a:rPr lang="ko-KR" altLang="en-US" sz="1200" dirty="0"/>
                        <a:t>서버 </a:t>
                      </a:r>
                      <a:r>
                        <a:rPr lang="en-US" altLang="ko-KR" sz="1200" dirty="0"/>
                        <a:t>2)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담당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서버 개발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오브젝트의 이동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회전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클라이언트 동기화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충돌검사 및 처리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 err="1"/>
                        <a:t>랜덤매칭</a:t>
                      </a:r>
                      <a:r>
                        <a:rPr lang="ko-KR" altLang="en-US" sz="1200" dirty="0"/>
                        <a:t>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전투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거점 점령 시스템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게임 컨텐츠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Redis </a:t>
                      </a:r>
                      <a:r>
                        <a:rPr lang="ko-KR" altLang="en-US" sz="1200" dirty="0"/>
                        <a:t>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정보 및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전투 결과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스트레스 테스트 코드 작성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Rust, </a:t>
                      </a:r>
                      <a:r>
                        <a:rPr lang="ko-KR" altLang="en-US" sz="1200" dirty="0"/>
                        <a:t>비동기 </a:t>
                      </a:r>
                      <a:r>
                        <a:rPr lang="en-US" altLang="ko-KR" sz="1200" dirty="0"/>
                        <a:t>I/O, Redis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클라이언트</a:t>
                      </a:r>
                      <a:r>
                        <a:rPr lang="en-US" altLang="ko-KR" sz="12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서버</a:t>
                      </a:r>
                      <a:r>
                        <a:rPr lang="en-US" altLang="ko-KR" sz="1200" dirty="0"/>
                        <a:t>: Windows, macOS, Linux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2024.08 ~ 2025.07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hlinkClick r:id="rId2"/>
                        </a:rPr>
                        <a:t>https://github.com/HK416/capstone_project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" y="1640581"/>
            <a:ext cx="5107206" cy="28728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 err="1"/>
              <a:t>tokio</a:t>
            </a:r>
            <a:r>
              <a:rPr lang="ko-KR" altLang="en-US" sz="1400" dirty="0"/>
              <a:t>라이브러리를 이용한 비동기</a:t>
            </a:r>
            <a:r>
              <a:rPr lang="en-US" altLang="ko-KR" sz="1400" dirty="0"/>
              <a:t>I/O, </a:t>
            </a:r>
            <a:r>
              <a:rPr lang="ko-KR" altLang="en-US" sz="1400" dirty="0"/>
              <a:t>동기화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25E8B-2D0C-3FBC-AC45-470B64FD8BC1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271041-DA71-F611-4860-BE3C0F96F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 err="1"/>
              <a:t>랜덤매칭</a:t>
            </a:r>
            <a:r>
              <a:rPr lang="en-US" altLang="ko-KR" sz="1400" dirty="0"/>
              <a:t>, </a:t>
            </a:r>
            <a:r>
              <a:rPr lang="ko-KR" altLang="en-US" sz="1400" dirty="0"/>
              <a:t>지형</a:t>
            </a:r>
            <a:r>
              <a:rPr lang="en-US" altLang="ko-KR" sz="1400" dirty="0"/>
              <a:t>/</a:t>
            </a:r>
            <a:r>
              <a:rPr lang="ko-KR" altLang="en-US" sz="1400" dirty="0"/>
              <a:t>오브젝트 충돌검사</a:t>
            </a:r>
            <a:r>
              <a:rPr lang="en-US" altLang="ko-KR" sz="1400" dirty="0"/>
              <a:t>, </a:t>
            </a:r>
          </a:p>
          <a:p>
            <a:pPr marL="0" indent="0">
              <a:buNone/>
            </a:pPr>
            <a:r>
              <a:rPr lang="en-US" altLang="ko-KR" sz="1400" dirty="0"/>
              <a:t> </a:t>
            </a:r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4CA65B-0D7E-292D-5ED0-7FC197170449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Redis </a:t>
            </a:r>
            <a:r>
              <a:rPr lang="ko-KR" altLang="en-US" sz="1400" dirty="0"/>
              <a:t>연결</a:t>
            </a:r>
            <a:r>
              <a:rPr lang="en-US" altLang="ko-KR" sz="1400" dirty="0"/>
              <a:t>, </a:t>
            </a:r>
            <a:r>
              <a:rPr lang="ko-KR" altLang="en-US" sz="1400" dirty="0"/>
              <a:t>스트레스 테스트</a:t>
            </a:r>
            <a:r>
              <a:rPr lang="en-US" altLang="ko-KR" sz="1400" dirty="0"/>
              <a:t>,</a:t>
            </a:r>
          </a:p>
          <a:p>
            <a:pPr marL="0" indent="0">
              <a:buNone/>
            </a:pPr>
            <a:r>
              <a:rPr lang="en-US" altLang="ko-KR" sz="1400" dirty="0"/>
              <a:t> </a:t>
            </a:r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2E6A69-96D3-90C7-A7BE-4FD0803B6D66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7262-19F9-735A-EF19-81B4ED8A9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E0DC40-0929-93FA-4A67-9AD8E9AA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E920BA-D57C-8CED-C921-DA6E44BF7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월드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세션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상태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패킷 관련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53059F-05D9-294E-A4EE-069E11B3DB5C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013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62308"/>
              </p:ext>
            </p:extLst>
          </p:nvPr>
        </p:nvGraphicFramePr>
        <p:xfrm>
          <a:off x="5797062" y="1586362"/>
          <a:ext cx="5594114" cy="3713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238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101733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를 이용한 </a:t>
                      </a:r>
                      <a:r>
                        <a:rPr lang="en-US" altLang="ko-KR" sz="1200" dirty="0"/>
                        <a:t>MMORPG</a:t>
                      </a:r>
                      <a:r>
                        <a:rPr lang="ko-KR" altLang="en-US" sz="1200" dirty="0"/>
                        <a:t>서버 제작 실습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 학습</a:t>
                      </a:r>
                      <a:r>
                        <a:rPr lang="en-US" altLang="ko-KR" sz="1200" dirty="0"/>
                        <a:t>, DB</a:t>
                      </a:r>
                      <a:r>
                        <a:rPr lang="ko-KR" altLang="en-US" sz="1200" dirty="0"/>
                        <a:t>연동 및 </a:t>
                      </a: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연동 학습</a:t>
                      </a:r>
                      <a:r>
                        <a:rPr lang="en-US" altLang="ko-KR" sz="1200" dirty="0"/>
                        <a:t>, MMORPG</a:t>
                      </a:r>
                      <a:r>
                        <a:rPr lang="ko-KR" altLang="en-US" sz="1200" dirty="0"/>
                        <a:t>서버의 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Script</a:t>
                      </a:r>
                      <a:r>
                        <a:rPr lang="ko-KR" altLang="en-US" sz="1200" dirty="0"/>
                        <a:t>로 몬스터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MSSQL</a:t>
                      </a:r>
                      <a:r>
                        <a:rPr lang="ko-KR" altLang="en-US" sz="1200" dirty="0"/>
                        <a:t> 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데이터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Python</a:t>
                      </a:r>
                      <a:r>
                        <a:rPr lang="ko-KR" altLang="en-US" sz="1200" dirty="0"/>
                        <a:t>을 활용하여 지형 제작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Sector </a:t>
                      </a:r>
                      <a:r>
                        <a:rPr lang="ko-KR" altLang="en-US" sz="1200" dirty="0"/>
                        <a:t>최적화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시야처리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2000x2000 </a:t>
                      </a:r>
                      <a:r>
                        <a:rPr lang="ko-KR" altLang="en-US" sz="1200" dirty="0"/>
                        <a:t>크기의 월드에 </a:t>
                      </a:r>
                      <a:r>
                        <a:rPr lang="en-US" altLang="ko-KR" sz="1200" dirty="0"/>
                        <a:t>20</a:t>
                      </a:r>
                      <a:r>
                        <a:rPr lang="ko-KR" altLang="en-US" sz="1200" dirty="0"/>
                        <a:t>만 마리의 몬스터가 </a:t>
                      </a:r>
                      <a:r>
                        <a:rPr lang="ko-KR" altLang="en-US" sz="1200" dirty="0" err="1"/>
                        <a:t>존재할때</a:t>
                      </a:r>
                      <a:r>
                        <a:rPr lang="ko-KR" altLang="en-US" sz="1200" dirty="0"/>
                        <a:t> 최대 </a:t>
                      </a:r>
                      <a:r>
                        <a:rPr lang="en-US" altLang="ko-KR" sz="1200" dirty="0"/>
                        <a:t>5000</a:t>
                      </a:r>
                      <a:r>
                        <a:rPr lang="ko-KR" altLang="en-US" sz="1200" dirty="0"/>
                        <a:t>명의 플레이어가 접속할 수 있도록 </a:t>
                      </a:r>
                      <a:r>
                        <a:rPr lang="ko-KR" altLang="en-US" sz="1200" dirty="0" err="1"/>
                        <a:t>하는것을</a:t>
                      </a:r>
                      <a:r>
                        <a:rPr lang="ko-KR" altLang="en-US" sz="1200" dirty="0"/>
                        <a:t> 목표로 개발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C++20, Multithread, IOCP, Lua Script, </a:t>
                      </a:r>
                    </a:p>
                    <a:p>
                      <a:pPr latinLnBrk="1"/>
                      <a:r>
                        <a:rPr lang="en-US" altLang="ko-KR" sz="12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2025.05 ~ 2025.06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4"/>
            <a:ext cx="5655208" cy="53097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Worker Thread, DB Thread, AI Thread</a:t>
            </a:r>
            <a:r>
              <a:rPr lang="ko-KR" altLang="en-US" sz="1400" dirty="0"/>
              <a:t>로 구성되어 있으며</a:t>
            </a:r>
            <a:r>
              <a:rPr lang="en-US" altLang="ko-KR" sz="1400" dirty="0"/>
              <a:t>, </a:t>
            </a:r>
            <a:r>
              <a:rPr lang="ko-KR" altLang="en-US" sz="1400" dirty="0"/>
              <a:t>각 쓰레드는 </a:t>
            </a:r>
            <a:r>
              <a:rPr lang="en-US" altLang="ko-KR" sz="1400" dirty="0" err="1"/>
              <a:t>concurrenct_priority_queue</a:t>
            </a:r>
            <a:r>
              <a:rPr lang="ko-KR" altLang="en-US" sz="1400" dirty="0"/>
              <a:t>와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등을 이용하여 통신한다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SQL</a:t>
            </a:r>
            <a:r>
              <a:rPr lang="ko-KR" altLang="en-US" sz="1400" dirty="0"/>
              <a:t> </a:t>
            </a:r>
            <a:r>
              <a:rPr lang="en-US" altLang="ko-KR" sz="1400" dirty="0"/>
              <a:t>Injection</a:t>
            </a:r>
            <a:r>
              <a:rPr lang="ko-KR" altLang="en-US" sz="1400" dirty="0"/>
              <a:t>을 방지하기 위해 클라이언트로 부터 받는 아이디에서 특수문자를 필터링한다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r>
              <a:rPr lang="ko-KR" altLang="en-US" sz="1400" dirty="0"/>
              <a:t>적합한 </a:t>
            </a:r>
            <a:r>
              <a:rPr lang="en-US" altLang="ko-KR" sz="1400" dirty="0"/>
              <a:t>ID</a:t>
            </a:r>
            <a:r>
              <a:rPr lang="ko-KR" altLang="en-US" sz="1400" dirty="0"/>
              <a:t>라면 </a:t>
            </a:r>
            <a:r>
              <a:rPr lang="en-US" altLang="ko-KR" sz="1400" dirty="0"/>
              <a:t>DB</a:t>
            </a:r>
            <a:r>
              <a:rPr lang="ko-KR" altLang="en-US" sz="1400" dirty="0"/>
              <a:t>로부터 유저 정보를 불러온다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Worker Thread</a:t>
            </a:r>
            <a:r>
              <a:rPr lang="ko-KR" altLang="en-US" sz="1400" dirty="0"/>
              <a:t>는 서버의 메인 로직을 수행한다</a:t>
            </a:r>
            <a:r>
              <a:rPr lang="en-US" altLang="ko-KR" sz="1400" dirty="0"/>
              <a:t>. Send/</a:t>
            </a:r>
            <a:r>
              <a:rPr lang="en-US" altLang="ko-KR" sz="1400" dirty="0" err="1"/>
              <a:t>Recv</a:t>
            </a:r>
            <a:r>
              <a:rPr lang="en-US" altLang="ko-KR" sz="1400" dirty="0"/>
              <a:t> </a:t>
            </a:r>
            <a:r>
              <a:rPr lang="ko-KR" altLang="en-US" sz="1400" dirty="0"/>
              <a:t>뿐 아니라 다른 쓰레드에서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로 요청한 작업도 처리한다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r>
              <a:rPr lang="en-US" altLang="ko-KR" sz="1400" dirty="0"/>
              <a:t>DB Thread</a:t>
            </a:r>
            <a:r>
              <a:rPr lang="ko-KR" altLang="en-US" sz="1400" dirty="0"/>
              <a:t>는 </a:t>
            </a:r>
            <a:r>
              <a:rPr lang="en-US" altLang="ko-KR" sz="1400" dirty="0" err="1"/>
              <a:t>concurrent_priority_queue</a:t>
            </a:r>
            <a:r>
              <a:rPr lang="ko-KR" altLang="en-US" sz="1400" dirty="0"/>
              <a:t>를 통해 다른 쓰레드로부터 </a:t>
            </a:r>
            <a:r>
              <a:rPr lang="en-US" altLang="ko-KR" sz="1400" dirty="0"/>
              <a:t>DB </a:t>
            </a:r>
            <a:r>
              <a:rPr lang="ko-KR" altLang="en-US" sz="1400" dirty="0"/>
              <a:t>요청을 수신하고 처리한다</a:t>
            </a:r>
            <a:r>
              <a:rPr lang="en-US" altLang="ko-KR" sz="1400" dirty="0"/>
              <a:t>. </a:t>
            </a:r>
            <a:r>
              <a:rPr lang="ko-KR" altLang="en-US" sz="1400" dirty="0"/>
              <a:t>필요한 경우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를 호출하여 </a:t>
            </a:r>
            <a:r>
              <a:rPr lang="en-US" altLang="ko-KR" sz="1400" dirty="0"/>
              <a:t>Worker Thread</a:t>
            </a:r>
            <a:r>
              <a:rPr lang="ko-KR" altLang="en-US" sz="1400" dirty="0"/>
              <a:t>로 결과를 전송한다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AI Thread</a:t>
            </a:r>
            <a:r>
              <a:rPr lang="ko-KR" altLang="en-US" sz="1400" dirty="0"/>
              <a:t>는 </a:t>
            </a:r>
            <a:r>
              <a:rPr lang="en-US" altLang="ko-KR" sz="1400" dirty="0" err="1"/>
              <a:t>concurrent_priority_queue</a:t>
            </a:r>
            <a:r>
              <a:rPr lang="ko-KR" altLang="en-US" sz="1400" dirty="0"/>
              <a:t>를 통해 다른 쓰레드로부터 </a:t>
            </a:r>
            <a:r>
              <a:rPr lang="en-US" altLang="ko-KR" sz="1400" dirty="0"/>
              <a:t>AI </a:t>
            </a:r>
            <a:r>
              <a:rPr lang="ko-KR" altLang="en-US" sz="1400" dirty="0"/>
              <a:t>업데이트 요청을 수신</a:t>
            </a:r>
            <a:r>
              <a:rPr lang="en-US" altLang="ko-KR" sz="1400" dirty="0"/>
              <a:t>, </a:t>
            </a:r>
            <a:r>
              <a:rPr lang="ko-KR" altLang="en-US" sz="1400" dirty="0"/>
              <a:t>시간에 맞춰 </a:t>
            </a:r>
            <a:r>
              <a:rPr lang="en-US" altLang="ko-KR" sz="1400" dirty="0"/>
              <a:t>Worker Thread</a:t>
            </a:r>
            <a:r>
              <a:rPr lang="ko-KR" altLang="en-US" sz="1400" dirty="0"/>
              <a:t>로 전송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b="1" dirty="0"/>
              <a:t>AI</a:t>
            </a:r>
          </a:p>
          <a:p>
            <a:r>
              <a:rPr lang="ko-KR" altLang="en-US" sz="1400" dirty="0"/>
              <a:t>플레이어가 이동한 후 시야 안에 </a:t>
            </a:r>
            <a:r>
              <a:rPr lang="en-US" altLang="ko-KR" sz="1400" dirty="0"/>
              <a:t>AI</a:t>
            </a:r>
            <a:r>
              <a:rPr lang="ko-KR" altLang="en-US" sz="1400" dirty="0"/>
              <a:t>가 있다면 </a:t>
            </a:r>
            <a:r>
              <a:rPr lang="en-US" altLang="ko-KR" sz="1400" dirty="0"/>
              <a:t>AI</a:t>
            </a:r>
            <a:r>
              <a:rPr lang="ko-KR" altLang="en-US" sz="1400" dirty="0"/>
              <a:t>를 활성화한다</a:t>
            </a:r>
            <a:r>
              <a:rPr lang="en-US" altLang="ko-KR" sz="1400" dirty="0"/>
              <a:t>. </a:t>
            </a:r>
            <a:r>
              <a:rPr lang="ko-KR" altLang="en-US" sz="1400" dirty="0"/>
              <a:t>활성화된 </a:t>
            </a:r>
            <a:r>
              <a:rPr lang="en-US" altLang="ko-KR" sz="1400" dirty="0"/>
              <a:t>AI</a:t>
            </a:r>
            <a:r>
              <a:rPr lang="ko-KR" altLang="en-US" sz="1400" dirty="0"/>
              <a:t>는 </a:t>
            </a:r>
            <a:r>
              <a:rPr lang="en-US" altLang="ko-KR" sz="1400" dirty="0"/>
              <a:t>Lua Script</a:t>
            </a:r>
            <a:r>
              <a:rPr lang="ko-KR" altLang="en-US" sz="1400" dirty="0"/>
              <a:t>로 행동을 제어한다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`</a:t>
            </a:r>
            <a:r>
              <a:rPr lang="en-US" altLang="ko-KR" sz="1400" dirty="0" err="1"/>
              <a:t>PostQueuedCompletionStatus</a:t>
            </a:r>
            <a:r>
              <a:rPr lang="en-US" altLang="ko-KR" sz="1400" dirty="0"/>
              <a:t>`</a:t>
            </a:r>
            <a:r>
              <a:rPr lang="ko-KR" altLang="en-US" sz="1400" dirty="0"/>
              <a:t>를 이용하여 </a:t>
            </a:r>
            <a:r>
              <a:rPr lang="en-US" altLang="ko-KR" sz="1400" dirty="0"/>
              <a:t>1</a:t>
            </a:r>
            <a:r>
              <a:rPr lang="ko-KR" altLang="en-US" sz="1400" dirty="0"/>
              <a:t>초에 한번 업데이트하고</a:t>
            </a:r>
            <a:r>
              <a:rPr lang="en-US" altLang="ko-KR" sz="1400" dirty="0"/>
              <a:t>, AI</a:t>
            </a:r>
            <a:r>
              <a:rPr lang="ko-KR" altLang="en-US" sz="1400" dirty="0"/>
              <a:t>가 어느 플레이어의 시야에도 들지 않았을 경우 비활성화한다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A* </a:t>
            </a:r>
            <a:r>
              <a:rPr lang="ko-KR" altLang="en-US" sz="1400" dirty="0"/>
              <a:t>알고리즘으로 플레이어 추적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최적화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플레이어 이동 패킷 </a:t>
            </a:r>
            <a:r>
              <a:rPr lang="ko-KR" altLang="en-US" sz="1400" dirty="0" err="1"/>
              <a:t>수신시</a:t>
            </a:r>
            <a:r>
              <a:rPr lang="ko-KR" altLang="en-US" sz="1400" dirty="0"/>
              <a:t> 시야에서 벗어나는 플레이어는 시야 리스트에서 제거</a:t>
            </a:r>
            <a:r>
              <a:rPr lang="en-US" altLang="ko-KR" sz="1400" dirty="0"/>
              <a:t>, </a:t>
            </a:r>
            <a:r>
              <a:rPr lang="ko-KR" altLang="en-US" sz="1400" dirty="0"/>
              <a:t>시야에 들어오는 플레이어는 시야 리스트에 추가</a:t>
            </a:r>
            <a:r>
              <a:rPr lang="en-US" altLang="ko-KR" sz="1400" dirty="0"/>
              <a:t>, AI</a:t>
            </a:r>
            <a:r>
              <a:rPr lang="ko-KR" altLang="en-US" sz="1400" dirty="0"/>
              <a:t>는 활성화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ko-KR" altLang="en-US" sz="1400" dirty="0"/>
              <a:t>활성화된 </a:t>
            </a:r>
            <a:r>
              <a:rPr lang="en-US" altLang="ko-KR" sz="1400" dirty="0"/>
              <a:t>AI</a:t>
            </a:r>
            <a:r>
              <a:rPr lang="ko-KR" altLang="en-US" sz="1400" dirty="0"/>
              <a:t>는 </a:t>
            </a:r>
            <a:r>
              <a:rPr lang="en-US" altLang="ko-KR" sz="1400" dirty="0"/>
              <a:t>`</a:t>
            </a:r>
            <a:r>
              <a:rPr lang="en-US" altLang="ko-KR" sz="1400" dirty="0" err="1"/>
              <a:t>PostQueuedCompletionStatus</a:t>
            </a:r>
            <a:r>
              <a:rPr lang="en-US" altLang="ko-KR" sz="1400" dirty="0"/>
              <a:t>`</a:t>
            </a:r>
            <a:r>
              <a:rPr lang="ko-KR" altLang="en-US" sz="1400" dirty="0"/>
              <a:t>로 </a:t>
            </a:r>
            <a:r>
              <a:rPr lang="en-US" altLang="ko-KR" sz="1400" dirty="0"/>
              <a:t>1</a:t>
            </a:r>
            <a:r>
              <a:rPr lang="ko-KR" altLang="en-US" sz="1400" dirty="0"/>
              <a:t>초에 한번 업데이트</a:t>
            </a:r>
            <a:r>
              <a:rPr lang="en-US" altLang="ko-KR" sz="1400" dirty="0"/>
              <a:t>, AI</a:t>
            </a:r>
            <a:r>
              <a:rPr lang="ko-KR" altLang="en-US" sz="1400" dirty="0"/>
              <a:t>가 어느 플레이어의 시야에도 들지 않았을 경우 비활성화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시야 안에 들어오는지 확인하기 위해 거리 비교를 </a:t>
            </a:r>
            <a:r>
              <a:rPr lang="ko-KR" altLang="en-US" sz="1400" dirty="0" err="1"/>
              <a:t>해야하는데</a:t>
            </a:r>
            <a:r>
              <a:rPr lang="en-US" altLang="ko-KR" sz="1400" dirty="0"/>
              <a:t>, </a:t>
            </a:r>
            <a:r>
              <a:rPr lang="ko-KR" altLang="en-US" sz="1400" dirty="0"/>
              <a:t>월드에 존재하는 모든 플레이어</a:t>
            </a:r>
            <a:r>
              <a:rPr lang="en-US" altLang="ko-KR" sz="1400" dirty="0"/>
              <a:t>/NPC </a:t>
            </a:r>
            <a:r>
              <a:rPr lang="ko-KR" altLang="en-US" sz="1400" dirty="0"/>
              <a:t>들과 거리비교를 하면 엄청 큰 병목</a:t>
            </a:r>
            <a:r>
              <a:rPr lang="en-US" altLang="ko-KR" sz="1400" dirty="0"/>
              <a:t>. </a:t>
            </a:r>
            <a:r>
              <a:rPr lang="ko-KR" altLang="en-US" sz="1400" dirty="0"/>
              <a:t>구역을 나눠서 주변 구역에 있는 </a:t>
            </a:r>
            <a:r>
              <a:rPr lang="ko-KR" altLang="en-US" sz="1400" dirty="0" err="1"/>
              <a:t>객체들과만</a:t>
            </a:r>
            <a:r>
              <a:rPr lang="ko-KR" altLang="en-US" sz="1400" dirty="0"/>
              <a:t> 거리비교</a:t>
            </a:r>
            <a:r>
              <a:rPr lang="en-US" altLang="ko-KR" sz="1400" dirty="0"/>
              <a:t>, </a:t>
            </a:r>
            <a:r>
              <a:rPr lang="ko-KR" altLang="en-US" sz="1400" dirty="0"/>
              <a:t>시야리스트 관리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Sector </a:t>
            </a:r>
            <a:r>
              <a:rPr lang="ko-KR" altLang="en-US" sz="1400" dirty="0"/>
              <a:t>최적화</a:t>
            </a:r>
            <a:r>
              <a:rPr lang="en-US" altLang="ko-KR" sz="1400" dirty="0"/>
              <a:t>, </a:t>
            </a:r>
            <a:r>
              <a:rPr lang="ko-KR" altLang="en-US" sz="1400" dirty="0"/>
              <a:t>시야 관리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스트레스 테스트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스트레스 테스트 프로그램 설명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  <p:pic>
        <p:nvPicPr>
          <p:cNvPr id="7" name="그림 6" descr="우주, 천문학, 별자리, 천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8CB6D5-2705-8441-EAB6-8FA8FD07F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50" y="1393255"/>
            <a:ext cx="4707090" cy="512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3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맵 로드 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 err="1"/>
              <a:t>파이썬으로</a:t>
            </a:r>
            <a:r>
              <a:rPr lang="ko-KR" altLang="en-US" sz="1400" dirty="0"/>
              <a:t> </a:t>
            </a:r>
            <a:r>
              <a:rPr lang="en-US" altLang="ko-KR" sz="1400" dirty="0"/>
              <a:t>PNG</a:t>
            </a:r>
            <a:r>
              <a:rPr lang="ko-KR" altLang="en-US" sz="1400" dirty="0"/>
              <a:t>파일을 읽어서 </a:t>
            </a:r>
            <a:r>
              <a:rPr lang="en-US" altLang="ko-KR" sz="1400" dirty="0"/>
              <a:t>char</a:t>
            </a:r>
            <a:r>
              <a:rPr lang="ko-KR" altLang="en-US" sz="1400" dirty="0"/>
              <a:t>배열로 변환한 후 랜덤하게 장애물을 배치하여 저장한 </a:t>
            </a:r>
            <a:r>
              <a:rPr lang="ko-KR" altLang="en-US" sz="1400" dirty="0" err="1"/>
              <a:t>맵데이터를</a:t>
            </a:r>
            <a:r>
              <a:rPr lang="ko-KR" altLang="en-US" sz="1400" dirty="0"/>
              <a:t> </a:t>
            </a:r>
            <a:r>
              <a:rPr lang="en-US" altLang="ko-KR" sz="1400" dirty="0"/>
              <a:t>C++</a:t>
            </a:r>
            <a:r>
              <a:rPr lang="ko-KR" altLang="en-US" sz="1400" dirty="0"/>
              <a:t>에서 불러와서 </a:t>
            </a:r>
            <a:r>
              <a:rPr lang="ko-KR" altLang="en-US" sz="1400" dirty="0" err="1"/>
              <a:t>맵으로</a:t>
            </a:r>
            <a:r>
              <a:rPr lang="ko-KR" altLang="en-US" sz="1400" dirty="0"/>
              <a:t> 사용한다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76EF0-014B-5DED-4B71-CC601C72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230D34-79DE-6BB2-55C9-24259DD34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95C6BB-C814-FF71-829E-1B65B581F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3"/>
            <a:ext cx="1103630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Concurrency Visualizer</a:t>
            </a:r>
            <a:r>
              <a:rPr lang="ko-KR" altLang="en-US" sz="1400" dirty="0"/>
              <a:t>를 이용한 병목 찾기</a:t>
            </a: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성능 개선한 흔적</a:t>
            </a:r>
            <a:r>
              <a:rPr lang="en-US" altLang="ko-KR" sz="1400" dirty="0"/>
              <a:t>?</a:t>
            </a:r>
          </a:p>
          <a:p>
            <a:pPr marL="0" indent="0">
              <a:buNone/>
            </a:pPr>
            <a:r>
              <a:rPr lang="en-US" altLang="ko-KR" sz="1400" dirty="0"/>
              <a:t>ex) Concurrency Visualizer</a:t>
            </a:r>
            <a:r>
              <a:rPr lang="ko-KR" altLang="en-US" sz="1400" dirty="0"/>
              <a:t>를 이용해서 </a:t>
            </a:r>
            <a:r>
              <a:rPr lang="en-US" altLang="ko-KR" sz="1400" dirty="0"/>
              <a:t>NPC </a:t>
            </a:r>
            <a:r>
              <a:rPr lang="ko-KR" altLang="en-US" sz="1400" dirty="0"/>
              <a:t>업데이트 하는 함수에서 병목이 </a:t>
            </a:r>
            <a:r>
              <a:rPr lang="ko-KR" altLang="en-US" sz="1400" dirty="0" err="1"/>
              <a:t>생기는것을</a:t>
            </a:r>
            <a:r>
              <a:rPr lang="ko-KR" altLang="en-US" sz="1400" dirty="0"/>
              <a:t> 확인</a:t>
            </a:r>
            <a:r>
              <a:rPr lang="en-US" altLang="ko-KR" sz="1400" dirty="0"/>
              <a:t>, </a:t>
            </a:r>
            <a:r>
              <a:rPr lang="ko-KR" altLang="en-US" sz="1400" dirty="0"/>
              <a:t>개선하여 </a:t>
            </a:r>
            <a:r>
              <a:rPr lang="ko-KR" altLang="en-US" sz="1400" dirty="0" err="1"/>
              <a:t>동접</a:t>
            </a:r>
            <a:r>
              <a:rPr lang="ko-KR" altLang="en-US" sz="1400" dirty="0"/>
              <a:t> </a:t>
            </a:r>
            <a:r>
              <a:rPr lang="en-US" altLang="ko-KR" sz="1400" dirty="0"/>
              <a:t>50% </a:t>
            </a:r>
            <a:r>
              <a:rPr lang="ko-KR" altLang="en-US" sz="1400" dirty="0"/>
              <a:t>증가</a:t>
            </a:r>
            <a:endParaRPr lang="en-US" altLang="ko-KR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9905335-C911-6BE9-9032-59FEA919B1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742"/>
          <a:stretch>
            <a:fillRect/>
          </a:stretch>
        </p:blipFill>
        <p:spPr>
          <a:xfrm>
            <a:off x="1939677" y="2682191"/>
            <a:ext cx="8312645" cy="35544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4401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9E2A7-AA62-DF59-9989-FCD996D4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827BD-440A-0109-9C7F-456EAFFAC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소규모 멀티플레이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CB1D99-D16E-ABEA-F4B6-3B70237C7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E62DE6B-2F8B-5A92-5D60-9CD4ADD202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2227302"/>
              </p:ext>
            </p:extLst>
          </p:nvPr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Agar.io </a:t>
                      </a:r>
                      <a:r>
                        <a:rPr lang="ko-KR" altLang="en-US" sz="1100" dirty="0"/>
                        <a:t>모작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C81CF243-1CE9-8738-EAF7-A16DB94C641A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2584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ED75-3143-B7D1-482F-7BB93CA1C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60678-8F31-B0B4-8909-35C804986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</a:t>
            </a:r>
            <a:r>
              <a:rPr lang="ko-KR" altLang="en-US" sz="3600" dirty="0"/>
              <a:t>제목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930FD3-929C-326F-895F-ACDB31A8B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CCA8A8-AD5C-2E66-D45E-DB182A5B2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530728"/>
              </p:ext>
            </p:extLst>
          </p:nvPr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BC007BF-391F-8AB8-126D-F29B22F97816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600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</a:t>
            </a:r>
            <a:r>
              <a:rPr lang="ko-KR" altLang="en-US" sz="3600" dirty="0"/>
              <a:t>제목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019194-A7D8-839A-6F5F-8F15C86F4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/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79B511B5-3CEA-E954-9EA7-DC5A08E6D97C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B89-8155-ED6C-28D3-66BC9CD28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AC7C1-FC1F-F354-4BFE-34E24032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3F6D8-4B66-01EA-7AD3-02E406A92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r>
              <a:rPr lang="en-US" altLang="ko-KR" sz="1400" dirty="0">
                <a:hlinkClick r:id="rId2"/>
              </a:rPr>
              <a:t>https://github.com/Jirung-E/DoodleJump</a:t>
            </a:r>
            <a:endParaRPr lang="en-US" altLang="ko-KR" sz="1400" dirty="0"/>
          </a:p>
          <a:p>
            <a:r>
              <a:rPr lang="en-US" altLang="ko-KR" sz="1400" dirty="0">
                <a:hlinkClick r:id="rId3"/>
              </a:rPr>
              <a:t>https://github.com/Jirung-E/NetGame_Agar</a:t>
            </a:r>
            <a:endParaRPr lang="en-US" altLang="ko-KR" sz="1400" dirty="0"/>
          </a:p>
          <a:p>
            <a:r>
              <a:rPr lang="en-US" altLang="ko-KR" sz="1400" dirty="0">
                <a:hlinkClick r:id="rId4"/>
              </a:rPr>
              <a:t>https://github.com/Jirung-E/Script_termproject</a:t>
            </a:r>
            <a:endParaRPr lang="en-US" altLang="ko-KR" sz="1400" dirty="0"/>
          </a:p>
          <a:p>
            <a:r>
              <a:rPr lang="en-US" altLang="ko-KR" sz="1400" dirty="0">
                <a:hlinkClick r:id="rId5"/>
              </a:rPr>
              <a:t>https://github.com/Jirung-E/CG_Final_Minecraft</a:t>
            </a:r>
            <a:endParaRPr lang="en-US" altLang="ko-KR" sz="1400" dirty="0"/>
          </a:p>
          <a:p>
            <a:r>
              <a:rPr lang="en-US" altLang="ko-KR" sz="1400" dirty="0">
                <a:hlinkClick r:id="rId6"/>
              </a:rPr>
              <a:t>https://github.com/Jirung-E/Rugby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7"/>
              </a:rPr>
              <a:t>https://github.com/Jirung-E/WP_Final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8"/>
              </a:rPr>
              <a:t>https://github.com/Jirung-E/CG_HW2_AM</a:t>
            </a:r>
            <a:endParaRPr lang="en-US" altLang="ko-KR" sz="1400" dirty="0"/>
          </a:p>
          <a:p>
            <a:r>
              <a:rPr lang="en-US" altLang="ko-KR" sz="1400" dirty="0">
                <a:hlinkClick r:id="rId9"/>
              </a:rPr>
              <a:t>https://github.com/Jirung-E/LSP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10"/>
              </a:rPr>
              <a:t>https://github.com/Jirung-E/JirungEngine</a:t>
            </a:r>
            <a:endParaRPr lang="en-US" altLang="ko-KR" sz="1400" dirty="0"/>
          </a:p>
          <a:p>
            <a:r>
              <a:rPr lang="en-US" altLang="ko-KR" sz="1400" dirty="0">
                <a:hlinkClick r:id="rId11"/>
              </a:rPr>
              <a:t>https://github.com/Jirung-E/EmployeeManagementSystem</a:t>
            </a:r>
            <a:endParaRPr lang="en-US" altLang="ko-KR" sz="1400" dirty="0"/>
          </a:p>
          <a:p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7444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4334</TotalTime>
  <Words>908</Words>
  <Application>Microsoft Office PowerPoint</Application>
  <PresentationFormat>와이드스크린</PresentationFormat>
  <Paragraphs>210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소규모 멀티플레이 게임</vt:lpstr>
      <vt:lpstr>기타 - 제목</vt:lpstr>
      <vt:lpstr>기타 - 제목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주형 이</cp:lastModifiedBy>
  <cp:revision>81</cp:revision>
  <dcterms:created xsi:type="dcterms:W3CDTF">2025-08-11T12:44:19Z</dcterms:created>
  <dcterms:modified xsi:type="dcterms:W3CDTF">2025-08-19T17:03:00Z</dcterms:modified>
</cp:coreProperties>
</file>
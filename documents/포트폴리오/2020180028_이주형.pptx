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7" r:id="rId2"/>
    <p:sldId id="259" r:id="rId3"/>
    <p:sldId id="260" r:id="rId4"/>
    <p:sldId id="278" r:id="rId5"/>
    <p:sldId id="279" r:id="rId6"/>
    <p:sldId id="280" r:id="rId7"/>
    <p:sldId id="276" r:id="rId8"/>
    <p:sldId id="263" r:id="rId9"/>
    <p:sldId id="273" r:id="rId10"/>
    <p:sldId id="272" r:id="rId11"/>
    <p:sldId id="269" r:id="rId12"/>
    <p:sldId id="274" r:id="rId13"/>
    <p:sldId id="268" r:id="rId14"/>
    <p:sldId id="270" r:id="rId15"/>
    <p:sldId id="264" r:id="rId16"/>
    <p:sldId id="281" r:id="rId17"/>
    <p:sldId id="282" r:id="rId18"/>
    <p:sldId id="271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3C6B08-5A15-45B9-88ED-9D405D0D1249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43A49E-E363-41B2-B4CD-1BF813D220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0654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3A49E-E363-41B2-B4CD-1BF813D2205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083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41836-2B9B-C472-196F-121150BD9A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0D310BD-6EE4-4BD4-118C-A7D96A3F4D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33659F-C3F6-C609-04C3-705F3FCE8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80F881-0330-DD05-9595-E485165C5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8318F-3A0E-56D3-516B-14350CADB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6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65A27F-22D7-2F6B-D071-1D7300BC1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12EE78-1F25-ED93-93AF-E7E3FA1E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41A17-C271-7F67-4D30-CD98C817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3CACAC-2D4F-4890-450B-867B3CAE0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741B29-68F2-85B6-A9F0-87B17ECBC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32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6F130-2A78-0348-FD79-A0BC1B68E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E9EECE-BD40-F6F6-6FEB-BF0914D1D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EA7CF6-31C2-3975-0097-1E2817846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F32A68-3E49-8350-6E00-24F18CE7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155E5-198B-4BE7-53BE-F5BAC139D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23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689E5F-5A86-6BA6-9CD6-6ACADB916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9E01B3-1437-A112-239B-C1D41006A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10E8DC-A92D-E1BE-A045-0A8B7A679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86B956-A2ED-667F-6EEC-1B808DC04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CA681CD-21BB-63D7-F2ED-0461B4307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DADA39-90F5-18EA-8A53-82DE56B8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821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25BCA-CDE4-50C6-98A5-72E4725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746868-446F-057A-26F2-68687D1C5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315D1A-2AC3-79C5-56EB-9803ECDD7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31FA7CF-CB7F-8EB7-2F66-6FD1A2992A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C05F9E0-AD31-88B8-38B8-6CB52187D1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97DA856-2CC6-5C2D-7507-DB7573FC2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EF84AA-10E3-52D4-D214-461D9B803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F5247F-77D4-698A-C7D5-A6E332911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859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C6E46B-76EC-ED3C-82EF-40AC32BB3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F4295FD-BAFB-2372-6DD1-06BE965B0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4A20C28-54BB-F89D-FB1E-8BC52FD1E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96BB52C-3863-483F-8F2B-E1E85E24A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6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F279A0F-2232-0A25-E825-5EFEB9AE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3A40F85-290B-3187-4DD1-D91A5CBE1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2FAF5-4CBE-40D9-08E3-FD7997460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01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E0F7C5-3FA8-A20C-DCCB-E6C7158F3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F0DE14-4FF5-FA4B-3C53-B5DE73DD2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EFC2F8-0B48-217C-28EB-7FE5BA6E7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42CFD4E-CE41-AE01-1267-B03010BC9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B62FF4-FC9B-51B0-3A4D-88BD6C90E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55DFF5-CCA7-F64F-F51A-F5DF7F3D4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2930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5F8B8-A6C8-71C8-6A17-2743E5CC5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589A751-270C-EBAF-D42A-75415BD654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37C0F3-AFDE-9EE4-E785-160BCE55A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82131-EC60-7884-A395-895862B0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C6DDE9-2E78-FC9E-E517-A47CF9750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CDD95D-3707-CAA0-B9BF-DDFEA2EB9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951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3C8C4D-F815-8D56-2B45-1024748B8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4765C94-70DB-F8E0-56CB-D01A643E1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9C901-2212-8616-CADA-38434C317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36C056-C2E4-57C4-3400-3683CD613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5940A-85E4-80C5-AB32-3A8C57F7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42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453596-F1CE-1613-4F59-9E7E8B34D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951AB2-94A0-8760-61C1-49AA22F27F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C2638A-A776-5827-0C98-56452A3B1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1C39A8-3B98-BB04-55E1-7758B937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E0F3D5-F9C1-2A48-7DE7-0DDB0903D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8286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E2D0F6-EA33-9711-A291-41E9135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EAF2A8-EB84-1DE3-3176-1CC4D6170F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A4A772-1A6C-4092-F594-DF19A0DF23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E3007-875A-4881-99C8-3250DAD1C440}" type="datetimeFigureOut">
              <a:rPr lang="ko-KR" altLang="en-US" smtClean="0"/>
              <a:t>2025-08-20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150699-624C-FDC2-CC09-5A4660086B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ACBAF3-8AE5-6AC5-36E9-658E3C563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CE28B-B858-41ED-98FC-EEAD638CCD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4927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HK416/capstone_projec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Jirung-E/GameServer_fina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Jirung-E/CG_HW2_AM" TargetMode="External"/><Relationship Id="rId3" Type="http://schemas.openxmlformats.org/officeDocument/2006/relationships/hyperlink" Target="https://github.com/Jirung-E/NetGame_Agar" TargetMode="External"/><Relationship Id="rId7" Type="http://schemas.openxmlformats.org/officeDocument/2006/relationships/hyperlink" Target="https://github.com/Jirung-E/WP_Final" TargetMode="External"/><Relationship Id="rId2" Type="http://schemas.openxmlformats.org/officeDocument/2006/relationships/hyperlink" Target="https://github.com/Jirung-E/DoodleJum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Jirung-E/Rugby" TargetMode="External"/><Relationship Id="rId11" Type="http://schemas.openxmlformats.org/officeDocument/2006/relationships/hyperlink" Target="https://github.com/Jirung-E/EmployeeManagementSystem" TargetMode="External"/><Relationship Id="rId5" Type="http://schemas.openxmlformats.org/officeDocument/2006/relationships/hyperlink" Target="https://github.com/Jirung-E/CG_Final_Minecraft" TargetMode="External"/><Relationship Id="rId10" Type="http://schemas.openxmlformats.org/officeDocument/2006/relationships/hyperlink" Target="https://github.com/Jirung-E/JirungEngine" TargetMode="External"/><Relationship Id="rId4" Type="http://schemas.openxmlformats.org/officeDocument/2006/relationships/hyperlink" Target="https://github.com/Jirung-E/Script_termproject" TargetMode="External"/><Relationship Id="rId9" Type="http://schemas.openxmlformats.org/officeDocument/2006/relationships/hyperlink" Target="https://github.com/Jirung-E/LS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03FFC-6CAE-B31C-863D-9D3499F66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/>
          <a:lstStyle/>
          <a:p>
            <a:r>
              <a:rPr lang="en-US" altLang="ko-KR" dirty="0"/>
              <a:t>Intro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A8434E-20ED-6206-40FA-A304007A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1218" y="1300612"/>
            <a:ext cx="7892581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인적사항</a:t>
            </a:r>
            <a:endParaRPr lang="en-US" altLang="ko-KR" sz="1600" b="1" dirty="0"/>
          </a:p>
          <a:p>
            <a:r>
              <a:rPr lang="ko-KR" altLang="en-US" sz="1400" dirty="0"/>
              <a:t>생년월일</a:t>
            </a:r>
            <a:r>
              <a:rPr lang="en-US" altLang="ko-KR" sz="1400" dirty="0"/>
              <a:t>:</a:t>
            </a:r>
            <a:r>
              <a:rPr lang="ko-KR" altLang="en-US" sz="1400" dirty="0"/>
              <a:t> </a:t>
            </a:r>
            <a:r>
              <a:rPr lang="en-US" altLang="ko-KR" sz="1400" dirty="0"/>
              <a:t>2001.09.26</a:t>
            </a:r>
          </a:p>
          <a:p>
            <a:r>
              <a:rPr lang="ko-KR" altLang="en-US" sz="1400" dirty="0"/>
              <a:t>주소지</a:t>
            </a:r>
            <a:r>
              <a:rPr lang="en-US" altLang="ko-KR" sz="1400" dirty="0"/>
              <a:t>:</a:t>
            </a:r>
            <a:r>
              <a:rPr lang="ko-KR" altLang="en-US" sz="1400" dirty="0"/>
              <a:t> 경기도 용인시</a:t>
            </a:r>
            <a:endParaRPr lang="en-US" altLang="ko-KR" sz="1400" dirty="0"/>
          </a:p>
          <a:p>
            <a:r>
              <a:rPr lang="ko-KR" altLang="en-US" sz="1400" dirty="0"/>
              <a:t>연락처</a:t>
            </a:r>
            <a:r>
              <a:rPr lang="en-US" altLang="ko-KR" sz="1400" dirty="0"/>
              <a:t>: 010-8853-2807</a:t>
            </a:r>
            <a:r>
              <a:rPr lang="ko-KR" altLang="en-US" sz="1400" dirty="0"/>
              <a:t> </a:t>
            </a:r>
            <a:r>
              <a:rPr lang="en-US" altLang="ko-KR" sz="1400" dirty="0"/>
              <a:t>/</a:t>
            </a:r>
            <a:r>
              <a:rPr lang="ko-KR" altLang="en-US" sz="1400" dirty="0"/>
              <a:t> </a:t>
            </a:r>
            <a:r>
              <a:rPr lang="en-US" altLang="ko-KR" sz="1400" dirty="0"/>
              <a:t>jh10590326@gmail.com</a:t>
            </a:r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최종 학력</a:t>
            </a:r>
            <a:endParaRPr lang="en-US" altLang="ko-KR" sz="1600" b="1" dirty="0"/>
          </a:p>
          <a:p>
            <a:r>
              <a:rPr lang="en-US" altLang="ko-KR" sz="1400" dirty="0"/>
              <a:t>2020.02</a:t>
            </a:r>
            <a:r>
              <a:rPr lang="ko-KR" altLang="en-US" sz="1400" dirty="0"/>
              <a:t> 홍천고등학교 졸업</a:t>
            </a:r>
            <a:endParaRPr lang="en-US" altLang="ko-KR" sz="1400" dirty="0"/>
          </a:p>
          <a:p>
            <a:r>
              <a:rPr lang="en-US" altLang="ko-KR" sz="1400" dirty="0"/>
              <a:t>2026.02 </a:t>
            </a:r>
            <a:r>
              <a:rPr lang="ko-KR" altLang="en-US" sz="1400" dirty="0"/>
              <a:t>한국공학대학교</a:t>
            </a:r>
            <a:r>
              <a:rPr lang="en-US" altLang="ko-KR" sz="1400" dirty="0"/>
              <a:t>(</a:t>
            </a:r>
            <a:r>
              <a:rPr lang="ko-KR" altLang="en-US" sz="1400" dirty="0"/>
              <a:t>구 한국산업기술대학교</a:t>
            </a:r>
            <a:r>
              <a:rPr lang="en-US" altLang="ko-KR" sz="1400" dirty="0"/>
              <a:t>) </a:t>
            </a:r>
            <a:r>
              <a:rPr lang="ko-KR" altLang="en-US" sz="1400" dirty="0"/>
              <a:t>졸업 예정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기술</a:t>
            </a:r>
            <a:endParaRPr lang="en-US" altLang="ko-KR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540C25D-32BF-20B2-9B8C-52F0E2065643}"/>
              </a:ext>
            </a:extLst>
          </p:cNvPr>
          <p:cNvSpPr/>
          <p:nvPr/>
        </p:nvSpPr>
        <p:spPr>
          <a:xfrm>
            <a:off x="838201" y="1570899"/>
            <a:ext cx="1894450" cy="24832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B16730-23CB-993D-6B96-8FCDEF515A4F}"/>
              </a:ext>
            </a:extLst>
          </p:cNvPr>
          <p:cNvSpPr txBox="1"/>
          <p:nvPr/>
        </p:nvSpPr>
        <p:spPr>
          <a:xfrm>
            <a:off x="3688146" y="4576635"/>
            <a:ext cx="1282754" cy="1881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언어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C/C++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Rust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Python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Lua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Java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6CED6-13BD-050E-9EAB-BDA86017E97E}"/>
              </a:ext>
            </a:extLst>
          </p:cNvPr>
          <p:cNvSpPr txBox="1"/>
          <p:nvPr/>
        </p:nvSpPr>
        <p:spPr>
          <a:xfrm>
            <a:off x="4970900" y="4576635"/>
            <a:ext cx="2508322" cy="15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서버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IOCP/</a:t>
            </a:r>
            <a:r>
              <a:rPr lang="ko-KR" altLang="en-US" sz="1400" b="1" dirty="0"/>
              <a:t>비동기 프로그래밍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Multithread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MSSQL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Redis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7E6A8-E2D7-E60E-4C93-C4F120B656CD}"/>
              </a:ext>
            </a:extLst>
          </p:cNvPr>
          <p:cNvSpPr txBox="1"/>
          <p:nvPr/>
        </p:nvSpPr>
        <p:spPr>
          <a:xfrm>
            <a:off x="7479284" y="4576635"/>
            <a:ext cx="1695402" cy="1881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클라이언트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Windows API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OpenGL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DirectX12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Unity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Unreal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01AF81-0084-978B-BF84-4B24E487FB6B}"/>
              </a:ext>
            </a:extLst>
          </p:cNvPr>
          <p:cNvSpPr txBox="1"/>
          <p:nvPr/>
        </p:nvSpPr>
        <p:spPr>
          <a:xfrm>
            <a:off x="9174686" y="4576636"/>
            <a:ext cx="1546303" cy="58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기타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Git/</a:t>
            </a:r>
            <a:r>
              <a:rPr lang="en-US" altLang="ko-KR" sz="1400" dirty="0" err="1"/>
              <a:t>Github</a:t>
            </a:r>
            <a:endParaRPr lang="en-US" altLang="ko-KR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F1C098-84CB-5D5D-5AD2-E1B9ADB33F00}"/>
              </a:ext>
            </a:extLst>
          </p:cNvPr>
          <p:cNvSpPr txBox="1"/>
          <p:nvPr/>
        </p:nvSpPr>
        <p:spPr>
          <a:xfrm>
            <a:off x="838201" y="4324396"/>
            <a:ext cx="18944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 dirty="0"/>
              <a:t>이주형</a:t>
            </a:r>
            <a:endParaRPr lang="en-US" altLang="ko-KR" sz="2800" b="1" dirty="0"/>
          </a:p>
          <a:p>
            <a:pPr algn="ctr"/>
            <a:r>
              <a:rPr lang="en-US" altLang="ko-KR" sz="1400" dirty="0"/>
              <a:t>Lee Ju Hyung</a:t>
            </a:r>
          </a:p>
        </p:txBody>
      </p:sp>
    </p:spTree>
    <p:extLst>
      <p:ext uri="{BB962C8B-B14F-4D97-AF65-F5344CB8AC3E}">
        <p14:creationId xmlns:p14="http://schemas.microsoft.com/office/powerpoint/2010/main" val="453321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08FB8-2A5A-0803-1C9D-0DCFD346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00EE3-0574-7F4C-90A4-18E2364FB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 err="1"/>
              <a:t>작업물</a:t>
            </a:r>
            <a:endParaRPr lang="ko-KR" altLang="en-US" sz="36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1EA4D2-ABC8-A455-2C0F-DB3CFC92E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0612"/>
            <a:ext cx="1103630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졸업작품 </a:t>
            </a:r>
            <a:r>
              <a:rPr lang="en-US" altLang="ko-KR" sz="1600" b="1" dirty="0"/>
              <a:t>– Hello2Halo</a:t>
            </a:r>
          </a:p>
          <a:p>
            <a:r>
              <a:rPr lang="en-US" altLang="ko-KR" sz="1400" dirty="0"/>
              <a:t>Rust</a:t>
            </a:r>
            <a:r>
              <a:rPr lang="ko-KR" altLang="en-US" sz="1400" dirty="0"/>
              <a:t>로 제작한 </a:t>
            </a:r>
            <a:r>
              <a:rPr lang="en-US" altLang="ko-KR" sz="1400" dirty="0"/>
              <a:t>5 vs 5 </a:t>
            </a:r>
            <a:r>
              <a:rPr lang="ko-KR" altLang="en-US" sz="1400" dirty="0"/>
              <a:t>멀티플레이 </a:t>
            </a:r>
            <a:r>
              <a:rPr lang="en-US" altLang="ko-KR" sz="1400" dirty="0"/>
              <a:t>TPS </a:t>
            </a:r>
            <a:r>
              <a:rPr lang="ko-KR" altLang="en-US" sz="1400" dirty="0"/>
              <a:t>게임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미니 </a:t>
            </a:r>
            <a:r>
              <a:rPr lang="en-US" altLang="ko-KR" sz="1600" b="1" dirty="0"/>
              <a:t>MMORPG </a:t>
            </a:r>
            <a:r>
              <a:rPr lang="ko-KR" altLang="en-US" sz="1600" b="1" dirty="0"/>
              <a:t>서버</a:t>
            </a:r>
            <a:endParaRPr lang="en-US" altLang="ko-KR" sz="1600" b="1" dirty="0"/>
          </a:p>
          <a:p>
            <a:r>
              <a:rPr lang="en-US" altLang="ko-KR" sz="1400" dirty="0"/>
              <a:t>IOCP</a:t>
            </a:r>
            <a:r>
              <a:rPr lang="ko-KR" altLang="en-US" sz="1400" dirty="0"/>
              <a:t>를 이용한 </a:t>
            </a:r>
            <a:r>
              <a:rPr lang="en-US" altLang="ko-KR" sz="1400" dirty="0"/>
              <a:t>MMORPG</a:t>
            </a:r>
            <a:r>
              <a:rPr lang="ko-KR" altLang="en-US" sz="1400" dirty="0"/>
              <a:t>서버 제작 실습</a:t>
            </a:r>
            <a:endParaRPr lang="en-US" altLang="ko-KR" sz="1400" dirty="0"/>
          </a:p>
          <a:p>
            <a:endParaRPr lang="en-US" altLang="ko-KR" sz="1400" dirty="0"/>
          </a:p>
          <a:p>
            <a:pPr marL="0" marR="0" lvl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sz="1600" b="1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소규모 멀티플레이 게임 </a:t>
            </a:r>
            <a:r>
              <a:rPr lang="en-US" altLang="ko-KR" sz="1600" b="1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– Agar.io </a:t>
            </a:r>
            <a:r>
              <a:rPr lang="ko-KR" altLang="en-US" sz="1600" b="1" dirty="0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rPr>
              <a:t>모작</a:t>
            </a:r>
            <a:endParaRPr lang="en-US" altLang="ko-KR" sz="1400" dirty="0"/>
          </a:p>
          <a:p>
            <a:r>
              <a:rPr lang="ko-KR" altLang="en-US" sz="1400" dirty="0"/>
              <a:t>소켓통신</a:t>
            </a:r>
            <a:r>
              <a:rPr lang="en-US" altLang="ko-KR" sz="1400" dirty="0"/>
              <a:t>, </a:t>
            </a:r>
            <a:r>
              <a:rPr lang="ko-KR" altLang="en-US" sz="1400" dirty="0"/>
              <a:t>동기화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기타</a:t>
            </a:r>
            <a:endParaRPr lang="en-US" altLang="ko-KR" sz="1600" b="1" dirty="0"/>
          </a:p>
          <a:p>
            <a:r>
              <a:rPr lang="ko-KR" altLang="en-US" sz="1400" dirty="0"/>
              <a:t>클라이언트 작업</a:t>
            </a:r>
            <a:endParaRPr lang="en-US" altLang="ko-KR" sz="1400" dirty="0"/>
          </a:p>
          <a:p>
            <a:r>
              <a:rPr lang="en-US" altLang="ko-KR" sz="14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12665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98ED-C0D1-9A9A-C8DB-E63FE96F6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E07629-B752-B148-4A62-2F32180FD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80D4F8-CEDC-5AFE-3ABC-3FFC9B742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513384"/>
            <a:ext cx="5107206" cy="146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24C1BBB-053A-CC0E-C999-19EE088E6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247574"/>
              </p:ext>
            </p:extLst>
          </p:nvPr>
        </p:nvGraphicFramePr>
        <p:xfrm>
          <a:off x="5835650" y="1640581"/>
          <a:ext cx="5778500" cy="41980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7230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3951270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게임명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Hello2Halo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311745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5 vs 5 </a:t>
                      </a:r>
                      <a:r>
                        <a:rPr lang="ko-KR" altLang="en-US" sz="1200" dirty="0"/>
                        <a:t>멀티플레이 </a:t>
                      </a:r>
                      <a:r>
                        <a:rPr lang="en-US" altLang="ko-KR" sz="1200" dirty="0"/>
                        <a:t>TPS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67846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 err="1"/>
                        <a:t>블루아카이브의</a:t>
                      </a:r>
                      <a:r>
                        <a:rPr lang="ko-KR" altLang="en-US" sz="1200" dirty="0"/>
                        <a:t> 리소스를 활용하여 제작하였으며 제한시간 안에 맵 중앙의 거점을 적 팀보다 빠르게 차지하는 팀이 승리하는 게임이다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3</a:t>
                      </a:r>
                      <a:r>
                        <a:rPr lang="ko-KR" altLang="en-US" sz="1200" dirty="0"/>
                        <a:t>명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클라이언트 </a:t>
                      </a:r>
                      <a:r>
                        <a:rPr lang="en-US" altLang="ko-KR" sz="1200" dirty="0"/>
                        <a:t>1, </a:t>
                      </a:r>
                      <a:r>
                        <a:rPr lang="ko-KR" altLang="en-US" sz="1200" dirty="0"/>
                        <a:t>서버 </a:t>
                      </a:r>
                      <a:r>
                        <a:rPr lang="en-US" altLang="ko-KR" sz="1200" dirty="0"/>
                        <a:t>2)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담당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서버 개발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오브젝트의 이동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회전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등 클라이언트 동기화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충돌검사 및 처리 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 err="1"/>
                        <a:t>랜덤매칭</a:t>
                      </a:r>
                      <a:r>
                        <a:rPr lang="ko-KR" altLang="en-US" sz="1200" dirty="0"/>
                        <a:t> 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전투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거점 점령 시스템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등 게임 컨텐츠 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Redis </a:t>
                      </a:r>
                      <a:r>
                        <a:rPr lang="ko-KR" altLang="en-US" sz="1200" dirty="0"/>
                        <a:t>연결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플레이어 정보 및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전투 결과 저장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스트레스 테스트 코드 작성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91133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Rust, </a:t>
                      </a:r>
                      <a:r>
                        <a:rPr lang="ko-KR" altLang="en-US" sz="1200" dirty="0"/>
                        <a:t>비동기 </a:t>
                      </a:r>
                      <a:r>
                        <a:rPr lang="en-US" altLang="ko-KR" sz="1200" dirty="0"/>
                        <a:t>I/O, Redis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플랫폼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클라이언트</a:t>
                      </a:r>
                      <a:r>
                        <a:rPr lang="en-US" altLang="ko-KR" sz="1200" dirty="0"/>
                        <a:t>: Windows, macOS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200" dirty="0"/>
                        <a:t>서버</a:t>
                      </a:r>
                      <a:r>
                        <a:rPr lang="en-US" altLang="ko-KR" sz="1200" dirty="0"/>
                        <a:t>: Windows, macOS, Linux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8693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2024.08 ~ 2025.07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Github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hlinkClick r:id="rId2"/>
                        </a:rPr>
                        <a:t>https://github.com/HK416/capstone_project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052468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C62CAC90-0449-9E58-1A7A-904845081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" y="1640581"/>
            <a:ext cx="5107206" cy="287280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5625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853-0B3E-0651-746F-4C52B001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9BB7CB-5165-40AC-AD69-16D4E3B6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A894F-B105-19F9-D4F2-1E57FEC44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 err="1"/>
              <a:t>tokio</a:t>
            </a:r>
            <a:r>
              <a:rPr lang="ko-KR" altLang="en-US" sz="1400" dirty="0"/>
              <a:t>라이브러리를 이용한 비동기</a:t>
            </a:r>
            <a:r>
              <a:rPr lang="en-US" altLang="ko-KR" sz="1400" dirty="0"/>
              <a:t>I/O, </a:t>
            </a:r>
            <a:r>
              <a:rPr lang="ko-KR" altLang="en-US" sz="1400" dirty="0"/>
              <a:t>동기화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en-US" altLang="ko-KR" sz="1400" dirty="0"/>
              <a:t>…</a:t>
            </a:r>
          </a:p>
          <a:p>
            <a:pPr marL="0" indent="0">
              <a:buNone/>
            </a:pPr>
            <a:endParaRPr lang="en-US" altLang="ko-KR" sz="14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1625E8B-2D0C-3FBC-AC45-470B64FD8BC1}"/>
              </a:ext>
            </a:extLst>
          </p:cNvPr>
          <p:cNvSpPr/>
          <p:nvPr/>
        </p:nvSpPr>
        <p:spPr>
          <a:xfrm>
            <a:off x="577849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53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7D88B-4AF2-239D-2165-02B469C69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D74E18-D04C-FA0E-3889-226D4DD38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271041-DA71-F611-4860-BE3C0F96F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 err="1"/>
              <a:t>랜덤매칭</a:t>
            </a:r>
            <a:r>
              <a:rPr lang="en-US" altLang="ko-KR" sz="1400" dirty="0"/>
              <a:t>, </a:t>
            </a:r>
            <a:r>
              <a:rPr lang="ko-KR" altLang="en-US" sz="1400" dirty="0"/>
              <a:t>지형</a:t>
            </a:r>
            <a:r>
              <a:rPr lang="en-US" altLang="ko-KR" sz="1400" dirty="0"/>
              <a:t>/</a:t>
            </a:r>
            <a:r>
              <a:rPr lang="ko-KR" altLang="en-US" sz="1400" dirty="0"/>
              <a:t>오브젝트 충돌검사</a:t>
            </a:r>
            <a:r>
              <a:rPr lang="en-US" altLang="ko-KR" sz="1400" dirty="0"/>
              <a:t>, </a:t>
            </a:r>
          </a:p>
          <a:p>
            <a:pPr marL="0" indent="0">
              <a:buNone/>
            </a:pPr>
            <a:r>
              <a:rPr lang="en-US" altLang="ko-KR" sz="1400" dirty="0"/>
              <a:t> </a:t>
            </a:r>
          </a:p>
          <a:p>
            <a:pPr marL="0" indent="0">
              <a:buNone/>
            </a:pPr>
            <a:r>
              <a:rPr lang="en-US" altLang="ko-KR" sz="1400" dirty="0"/>
              <a:t>…</a:t>
            </a:r>
          </a:p>
          <a:p>
            <a:pPr marL="0" indent="0">
              <a:buNone/>
            </a:pPr>
            <a:endParaRPr lang="en-US" altLang="ko-KR" sz="14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4CA65B-0D7E-292D-5ED0-7FC197170449}"/>
              </a:ext>
            </a:extLst>
          </p:cNvPr>
          <p:cNvSpPr/>
          <p:nvPr/>
        </p:nvSpPr>
        <p:spPr>
          <a:xfrm>
            <a:off x="577849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0864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B6524-FB6D-B4F6-0E07-9EDC3A614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E48C98-1ADC-863E-516B-EC274E82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0CCEA3-43FA-1372-0C64-EE9A43FF0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Redis </a:t>
            </a:r>
            <a:r>
              <a:rPr lang="ko-KR" altLang="en-US" sz="1400" dirty="0"/>
              <a:t>연결</a:t>
            </a:r>
            <a:r>
              <a:rPr lang="en-US" altLang="ko-KR" sz="1400" dirty="0"/>
              <a:t>, </a:t>
            </a:r>
            <a:r>
              <a:rPr lang="ko-KR" altLang="en-US" sz="1400" dirty="0"/>
              <a:t>스트레스 테스트</a:t>
            </a:r>
            <a:r>
              <a:rPr lang="en-US" altLang="ko-KR" sz="1400" dirty="0"/>
              <a:t>,</a:t>
            </a:r>
          </a:p>
          <a:p>
            <a:pPr marL="0" indent="0">
              <a:buNone/>
            </a:pPr>
            <a:r>
              <a:rPr lang="en-US" altLang="ko-KR" sz="1400" dirty="0"/>
              <a:t> </a:t>
            </a:r>
          </a:p>
          <a:p>
            <a:pPr marL="0" indent="0">
              <a:buNone/>
            </a:pPr>
            <a:r>
              <a:rPr lang="en-US" altLang="ko-KR" sz="1400" dirty="0"/>
              <a:t>…</a:t>
            </a:r>
          </a:p>
          <a:p>
            <a:pPr marL="0" indent="0">
              <a:buNone/>
            </a:pPr>
            <a:endParaRPr lang="en-US" altLang="ko-KR" sz="14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52E6A69-96D3-90C7-A7BE-4FD0803B6D66}"/>
              </a:ext>
            </a:extLst>
          </p:cNvPr>
          <p:cNvSpPr/>
          <p:nvPr/>
        </p:nvSpPr>
        <p:spPr>
          <a:xfrm>
            <a:off x="577849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229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D7262-19F9-735A-EF19-81B4ED8A9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E0DC40-0929-93FA-4A67-9AD8E9AA1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E920BA-D57C-8CED-C921-DA6E44BF7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월드 관리</a:t>
            </a: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세션 관리</a:t>
            </a: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상태 관리</a:t>
            </a: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패킷 관련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53059F-05D9-294E-A4EE-069E11B3DB5C}"/>
              </a:ext>
            </a:extLst>
          </p:cNvPr>
          <p:cNvSpPr/>
          <p:nvPr/>
        </p:nvSpPr>
        <p:spPr>
          <a:xfrm>
            <a:off x="577849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0013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A2362-FCE1-0373-4BDF-2C2CB4F4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B51167-B426-C889-3C39-0EEFD9DF5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4EEBD-3AAC-2442-92C0-E396D624E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4812323"/>
            <a:ext cx="5655208" cy="1798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9F7D884-F6C2-EB58-B8A3-5F1E06EAD2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762308"/>
              </p:ext>
            </p:extLst>
          </p:nvPr>
        </p:nvGraphicFramePr>
        <p:xfrm>
          <a:off x="5797062" y="1586362"/>
          <a:ext cx="5594114" cy="3713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2381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101733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200" dirty="0"/>
                        <a:t>IOCP</a:t>
                      </a:r>
                      <a:r>
                        <a:rPr lang="ko-KR" altLang="en-US" sz="1200" dirty="0"/>
                        <a:t>를 이용한 </a:t>
                      </a:r>
                      <a:r>
                        <a:rPr lang="en-US" altLang="ko-KR" sz="1200" dirty="0"/>
                        <a:t>MMORPG</a:t>
                      </a:r>
                      <a:r>
                        <a:rPr lang="ko-KR" altLang="en-US" sz="1200" dirty="0"/>
                        <a:t>서버 제작 실습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IOCP</a:t>
                      </a:r>
                      <a:r>
                        <a:rPr lang="ko-KR" altLang="en-US" sz="1200" dirty="0"/>
                        <a:t> 학습</a:t>
                      </a:r>
                      <a:r>
                        <a:rPr lang="en-US" altLang="ko-KR" sz="1200" dirty="0"/>
                        <a:t>, DB</a:t>
                      </a:r>
                      <a:r>
                        <a:rPr lang="ko-KR" altLang="en-US" sz="1200" dirty="0"/>
                        <a:t>연동 및 </a:t>
                      </a:r>
                      <a:r>
                        <a:rPr lang="en-US" altLang="ko-KR" sz="1200" dirty="0"/>
                        <a:t>Lua</a:t>
                      </a:r>
                      <a:r>
                        <a:rPr lang="ko-KR" altLang="en-US" sz="1200" dirty="0"/>
                        <a:t>연동 학습</a:t>
                      </a:r>
                      <a:r>
                        <a:rPr lang="en-US" altLang="ko-KR" sz="1200" dirty="0"/>
                        <a:t>, MMORPG</a:t>
                      </a:r>
                      <a:r>
                        <a:rPr lang="ko-KR" altLang="en-US" sz="1200" dirty="0"/>
                        <a:t>서버의 최적화 기법 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Multithread IOCP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Lua</a:t>
                      </a:r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Script</a:t>
                      </a:r>
                      <a:r>
                        <a:rPr lang="ko-KR" altLang="en-US" sz="1200" dirty="0"/>
                        <a:t>로 몬스터 </a:t>
                      </a:r>
                      <a:r>
                        <a:rPr lang="en-US" altLang="ko-KR" sz="1200" dirty="0"/>
                        <a:t>AI </a:t>
                      </a:r>
                      <a:r>
                        <a:rPr lang="ko-KR" altLang="en-US" sz="1200" dirty="0"/>
                        <a:t>구현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MSSQL</a:t>
                      </a:r>
                      <a:r>
                        <a:rPr lang="ko-KR" altLang="en-US" sz="1200" dirty="0"/>
                        <a:t> 연결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플레이어 데이터 저장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Python</a:t>
                      </a:r>
                      <a:r>
                        <a:rPr lang="ko-KR" altLang="en-US" sz="1200" dirty="0"/>
                        <a:t>을 활용하여 지형 제작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200" dirty="0"/>
                        <a:t>Sector </a:t>
                      </a:r>
                      <a:r>
                        <a:rPr lang="ko-KR" altLang="en-US" sz="1200" dirty="0"/>
                        <a:t>최적화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시야처리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2000x2000 </a:t>
                      </a:r>
                      <a:r>
                        <a:rPr lang="ko-KR" altLang="en-US" sz="1200" dirty="0"/>
                        <a:t>크기의 월드에 </a:t>
                      </a:r>
                      <a:r>
                        <a:rPr lang="en-US" altLang="ko-KR" sz="1200" dirty="0"/>
                        <a:t>20</a:t>
                      </a:r>
                      <a:r>
                        <a:rPr lang="ko-KR" altLang="en-US" sz="1200" dirty="0"/>
                        <a:t>만 마리의 몬스터가 </a:t>
                      </a:r>
                      <a:r>
                        <a:rPr lang="ko-KR" altLang="en-US" sz="1200" dirty="0" err="1"/>
                        <a:t>존재할때</a:t>
                      </a:r>
                      <a:r>
                        <a:rPr lang="ko-KR" altLang="en-US" sz="1200" dirty="0"/>
                        <a:t> 최대 </a:t>
                      </a:r>
                      <a:r>
                        <a:rPr lang="en-US" altLang="ko-KR" sz="1200" dirty="0"/>
                        <a:t>5000</a:t>
                      </a:r>
                      <a:r>
                        <a:rPr lang="ko-KR" altLang="en-US" sz="1200" dirty="0"/>
                        <a:t>명의 플레이어가 접속할 수 있도록 </a:t>
                      </a:r>
                      <a:r>
                        <a:rPr lang="ko-KR" altLang="en-US" sz="1200" dirty="0" err="1"/>
                        <a:t>하는것을</a:t>
                      </a:r>
                      <a:r>
                        <a:rPr lang="ko-KR" altLang="en-US" sz="1200" dirty="0"/>
                        <a:t> 목표로 개발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C++20, Multithread, IOCP, Lua Script, </a:t>
                      </a:r>
                    </a:p>
                    <a:p>
                      <a:pPr latinLnBrk="1"/>
                      <a:r>
                        <a:rPr lang="en-US" altLang="ko-KR" sz="1200" dirty="0"/>
                        <a:t>MSSQL, Stored Procedure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2025.05 ~ 2025.06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Github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hlinkClick r:id="rId2"/>
                        </a:rPr>
                        <a:t>https://github.com/Jirung-E/GameServer_final</a:t>
                      </a:r>
                      <a:endParaRPr lang="en-US" altLang="ko-KR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3F88216-A4BB-3FD2-5AA8-605777C28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" y="1586362"/>
            <a:ext cx="4196002" cy="41927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4579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D7C49-3416-0B3B-7F82-8FAF2B06F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405365-B964-EF46-A835-B7C7FDAB5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164F46-A50E-7188-C5F4-3C75EC3B6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4"/>
            <a:ext cx="5655208" cy="53097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Worker Thread, DB Thread, AI Thread</a:t>
            </a:r>
            <a:r>
              <a:rPr lang="ko-KR" altLang="en-US" sz="1400" dirty="0"/>
              <a:t>로 구성되어 있으며</a:t>
            </a:r>
            <a:r>
              <a:rPr lang="en-US" altLang="ko-KR" sz="1400" dirty="0"/>
              <a:t>, </a:t>
            </a:r>
            <a:r>
              <a:rPr lang="ko-KR" altLang="en-US" sz="1400" dirty="0"/>
              <a:t>각 쓰레드는 </a:t>
            </a:r>
            <a:r>
              <a:rPr lang="en-US" altLang="ko-KR" sz="1400" dirty="0" err="1"/>
              <a:t>concurrenct_priority_queue</a:t>
            </a:r>
            <a:r>
              <a:rPr lang="ko-KR" altLang="en-US" sz="1400" dirty="0"/>
              <a:t>와 </a:t>
            </a:r>
            <a:r>
              <a:rPr lang="en-US" altLang="ko-KR" sz="1400" dirty="0" err="1"/>
              <a:t>PostQueuedCompletionStatus</a:t>
            </a:r>
            <a:r>
              <a:rPr lang="ko-KR" altLang="en-US" sz="1400" dirty="0"/>
              <a:t>등을 이용하여 통신한다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SQL</a:t>
            </a:r>
            <a:r>
              <a:rPr lang="ko-KR" altLang="en-US" sz="1400" dirty="0"/>
              <a:t> </a:t>
            </a:r>
            <a:r>
              <a:rPr lang="en-US" altLang="ko-KR" sz="1400" dirty="0"/>
              <a:t>Injection</a:t>
            </a:r>
            <a:r>
              <a:rPr lang="ko-KR" altLang="en-US" sz="1400" dirty="0"/>
              <a:t>을 방지하기 위해 클라이언트로 부터 받는 아이디에서 특수문자를 필터링한다</a:t>
            </a:r>
            <a:r>
              <a:rPr lang="en-US" altLang="ko-KR" sz="1400" dirty="0"/>
              <a:t>.</a:t>
            </a:r>
          </a:p>
          <a:p>
            <a:pPr marL="0" indent="0">
              <a:buNone/>
            </a:pPr>
            <a:r>
              <a:rPr lang="ko-KR" altLang="en-US" sz="1400" dirty="0"/>
              <a:t>적합한 </a:t>
            </a:r>
            <a:r>
              <a:rPr lang="en-US" altLang="ko-KR" sz="1400" dirty="0"/>
              <a:t>ID</a:t>
            </a:r>
            <a:r>
              <a:rPr lang="ko-KR" altLang="en-US" sz="1400" dirty="0"/>
              <a:t>라면 </a:t>
            </a:r>
            <a:r>
              <a:rPr lang="en-US" altLang="ko-KR" sz="1400" dirty="0"/>
              <a:t>DB</a:t>
            </a:r>
            <a:r>
              <a:rPr lang="ko-KR" altLang="en-US" sz="1400" dirty="0"/>
              <a:t>로부터 유저 정보를 불러온다</a:t>
            </a:r>
            <a:r>
              <a:rPr lang="en-US" altLang="ko-KR" sz="1400" dirty="0"/>
              <a:t>.</a:t>
            </a:r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en-US" altLang="ko-KR" sz="1400" dirty="0"/>
              <a:t>Worker Thread</a:t>
            </a:r>
            <a:r>
              <a:rPr lang="ko-KR" altLang="en-US" sz="1400" dirty="0"/>
              <a:t>는 서버의 메인 로직을 수행한다</a:t>
            </a:r>
            <a:r>
              <a:rPr lang="en-US" altLang="ko-KR" sz="1400" dirty="0"/>
              <a:t>. Send/</a:t>
            </a:r>
            <a:r>
              <a:rPr lang="en-US" altLang="ko-KR" sz="1400" dirty="0" err="1"/>
              <a:t>Recv</a:t>
            </a:r>
            <a:r>
              <a:rPr lang="en-US" altLang="ko-KR" sz="1400" dirty="0"/>
              <a:t> </a:t>
            </a:r>
            <a:r>
              <a:rPr lang="ko-KR" altLang="en-US" sz="1400" dirty="0"/>
              <a:t>뿐 아니라 다른 쓰레드에서 </a:t>
            </a:r>
            <a:r>
              <a:rPr lang="en-US" altLang="ko-KR" sz="1400" dirty="0" err="1"/>
              <a:t>PostQueuedCompletionStatus</a:t>
            </a:r>
            <a:r>
              <a:rPr lang="ko-KR" altLang="en-US" sz="1400" dirty="0"/>
              <a:t>로 요청한 작업도 처리한다</a:t>
            </a:r>
            <a:r>
              <a:rPr lang="en-US" altLang="ko-KR" sz="1400" dirty="0"/>
              <a:t>.</a:t>
            </a:r>
          </a:p>
          <a:p>
            <a:pPr marL="0" indent="0">
              <a:buNone/>
            </a:pPr>
            <a:r>
              <a:rPr lang="en-US" altLang="ko-KR" sz="1400" dirty="0"/>
              <a:t>DB Thread</a:t>
            </a:r>
            <a:r>
              <a:rPr lang="ko-KR" altLang="en-US" sz="1400" dirty="0"/>
              <a:t>는 </a:t>
            </a:r>
            <a:r>
              <a:rPr lang="en-US" altLang="ko-KR" sz="1400" dirty="0" err="1"/>
              <a:t>concurrent_priority_queue</a:t>
            </a:r>
            <a:r>
              <a:rPr lang="ko-KR" altLang="en-US" sz="1400" dirty="0"/>
              <a:t>를 통해 다른 쓰레드로부터 </a:t>
            </a:r>
            <a:r>
              <a:rPr lang="en-US" altLang="ko-KR" sz="1400" dirty="0"/>
              <a:t>DB </a:t>
            </a:r>
            <a:r>
              <a:rPr lang="ko-KR" altLang="en-US" sz="1400" dirty="0"/>
              <a:t>요청을 수신하고 처리한다</a:t>
            </a:r>
            <a:r>
              <a:rPr lang="en-US" altLang="ko-KR" sz="1400" dirty="0"/>
              <a:t>. </a:t>
            </a:r>
            <a:r>
              <a:rPr lang="ko-KR" altLang="en-US" sz="1400" dirty="0"/>
              <a:t>필요한 경우 </a:t>
            </a:r>
            <a:r>
              <a:rPr lang="en-US" altLang="ko-KR" sz="1400" dirty="0" err="1"/>
              <a:t>PostQueuedCompletionStatus</a:t>
            </a:r>
            <a:r>
              <a:rPr lang="ko-KR" altLang="en-US" sz="1400" dirty="0"/>
              <a:t>를 호출하여 </a:t>
            </a:r>
            <a:r>
              <a:rPr lang="en-US" altLang="ko-KR" sz="1400" dirty="0"/>
              <a:t>Worker Thread</a:t>
            </a:r>
            <a:r>
              <a:rPr lang="ko-KR" altLang="en-US" sz="1400" dirty="0"/>
              <a:t>로 결과를 전송한다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AI Thread</a:t>
            </a:r>
            <a:r>
              <a:rPr lang="ko-KR" altLang="en-US" sz="1400" dirty="0"/>
              <a:t>는 </a:t>
            </a:r>
            <a:r>
              <a:rPr lang="en-US" altLang="ko-KR" sz="1400" dirty="0" err="1"/>
              <a:t>concurrent_priority_queue</a:t>
            </a:r>
            <a:r>
              <a:rPr lang="ko-KR" altLang="en-US" sz="1400" dirty="0"/>
              <a:t>를 통해 다른 쓰레드로부터 </a:t>
            </a:r>
            <a:r>
              <a:rPr lang="en-US" altLang="ko-KR" sz="1400" dirty="0"/>
              <a:t>AI </a:t>
            </a:r>
            <a:r>
              <a:rPr lang="ko-KR" altLang="en-US" sz="1400" dirty="0"/>
              <a:t>업데이트 요청을 수신</a:t>
            </a:r>
            <a:r>
              <a:rPr lang="en-US" altLang="ko-KR" sz="1400" dirty="0"/>
              <a:t>, </a:t>
            </a:r>
            <a:r>
              <a:rPr lang="ko-KR" altLang="en-US" sz="1400" dirty="0"/>
              <a:t>시간에 맞춰 </a:t>
            </a:r>
            <a:r>
              <a:rPr lang="en-US" altLang="ko-KR" sz="1400" dirty="0"/>
              <a:t>Worker Thread</a:t>
            </a:r>
            <a:r>
              <a:rPr lang="ko-KR" altLang="en-US" sz="1400" dirty="0"/>
              <a:t>로 전송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284644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F22CB-B41A-7ACB-1FD1-71E12312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F330FF-C803-CD40-F4DF-E26649EF2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65BA3A-96DA-506C-1AB9-355143E08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3700" y="1300612"/>
            <a:ext cx="614045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b="1" dirty="0"/>
              <a:t>AI</a:t>
            </a:r>
          </a:p>
          <a:p>
            <a:r>
              <a:rPr lang="ko-KR" altLang="en-US" sz="1400" dirty="0"/>
              <a:t>플레이어가 이동한 후 시야 안에 </a:t>
            </a:r>
            <a:r>
              <a:rPr lang="en-US" altLang="ko-KR" sz="1400" dirty="0"/>
              <a:t>AI</a:t>
            </a:r>
            <a:r>
              <a:rPr lang="ko-KR" altLang="en-US" sz="1400" dirty="0"/>
              <a:t>가 있다면 </a:t>
            </a:r>
            <a:r>
              <a:rPr lang="en-US" altLang="ko-KR" sz="1400" dirty="0"/>
              <a:t>AI</a:t>
            </a:r>
            <a:r>
              <a:rPr lang="ko-KR" altLang="en-US" sz="1400" dirty="0"/>
              <a:t>를 활성화한다</a:t>
            </a:r>
            <a:r>
              <a:rPr lang="en-US" altLang="ko-KR" sz="1400" dirty="0"/>
              <a:t>. </a:t>
            </a:r>
            <a:r>
              <a:rPr lang="ko-KR" altLang="en-US" sz="1400" dirty="0"/>
              <a:t>활성화된 </a:t>
            </a:r>
            <a:r>
              <a:rPr lang="en-US" altLang="ko-KR" sz="1400" dirty="0"/>
              <a:t>AI</a:t>
            </a:r>
            <a:r>
              <a:rPr lang="ko-KR" altLang="en-US" sz="1400" dirty="0"/>
              <a:t>는 </a:t>
            </a:r>
            <a:r>
              <a:rPr lang="en-US" altLang="ko-KR" sz="1400" dirty="0"/>
              <a:t>Lua Script</a:t>
            </a:r>
            <a:r>
              <a:rPr lang="ko-KR" altLang="en-US" sz="1400" dirty="0"/>
              <a:t>로 행동을 제어한다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`</a:t>
            </a:r>
            <a:r>
              <a:rPr lang="en-US" altLang="ko-KR" sz="1400" dirty="0" err="1"/>
              <a:t>PostQueuedCompletionStatus</a:t>
            </a:r>
            <a:r>
              <a:rPr lang="en-US" altLang="ko-KR" sz="1400" dirty="0"/>
              <a:t>`</a:t>
            </a:r>
            <a:r>
              <a:rPr lang="ko-KR" altLang="en-US" sz="1400" dirty="0"/>
              <a:t>를 이용하여 </a:t>
            </a:r>
            <a:r>
              <a:rPr lang="en-US" altLang="ko-KR" sz="1400" dirty="0"/>
              <a:t>1</a:t>
            </a:r>
            <a:r>
              <a:rPr lang="ko-KR" altLang="en-US" sz="1400" dirty="0"/>
              <a:t>초에 한번 업데이트하고</a:t>
            </a:r>
            <a:r>
              <a:rPr lang="en-US" altLang="ko-KR" sz="1400" dirty="0"/>
              <a:t>, AI</a:t>
            </a:r>
            <a:r>
              <a:rPr lang="ko-KR" altLang="en-US" sz="1400" dirty="0"/>
              <a:t>가 어느 플레이어의 시야에도 들지 않았을 경우 비활성화한다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A* </a:t>
            </a:r>
            <a:r>
              <a:rPr lang="ko-KR" altLang="en-US" sz="1400" dirty="0"/>
              <a:t>알고리즘으로 플레이어 추적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437177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D62C-5DE5-D1A1-256A-79D999F3A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1C3A7-01F0-A677-9494-4222D6734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33776E-15C3-7A9E-168A-07EAFF889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3700" y="1300612"/>
            <a:ext cx="614045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최적화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플레이어 이동 패킷 </a:t>
            </a:r>
            <a:r>
              <a:rPr lang="ko-KR" altLang="en-US" sz="1400" dirty="0" err="1"/>
              <a:t>수신시</a:t>
            </a:r>
            <a:r>
              <a:rPr lang="ko-KR" altLang="en-US" sz="1400" dirty="0"/>
              <a:t> 시야에서 벗어나는 플레이어는 시야 리스트에서 제거</a:t>
            </a:r>
            <a:r>
              <a:rPr lang="en-US" altLang="ko-KR" sz="1400" dirty="0"/>
              <a:t>, </a:t>
            </a:r>
            <a:r>
              <a:rPr lang="ko-KR" altLang="en-US" sz="1400" dirty="0"/>
              <a:t>시야에 들어오는 플레이어는 시야 리스트에 추가</a:t>
            </a:r>
            <a:r>
              <a:rPr lang="en-US" altLang="ko-KR" sz="1400" dirty="0"/>
              <a:t>, AI</a:t>
            </a:r>
            <a:r>
              <a:rPr lang="ko-KR" altLang="en-US" sz="1400" dirty="0"/>
              <a:t>는 활성화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ko-KR" altLang="en-US" sz="1400" dirty="0"/>
              <a:t>활성화된 </a:t>
            </a:r>
            <a:r>
              <a:rPr lang="en-US" altLang="ko-KR" sz="1400" dirty="0"/>
              <a:t>AI</a:t>
            </a:r>
            <a:r>
              <a:rPr lang="ko-KR" altLang="en-US" sz="1400" dirty="0"/>
              <a:t>는 </a:t>
            </a:r>
            <a:r>
              <a:rPr lang="en-US" altLang="ko-KR" sz="1400" dirty="0"/>
              <a:t>`</a:t>
            </a:r>
            <a:r>
              <a:rPr lang="en-US" altLang="ko-KR" sz="1400" dirty="0" err="1"/>
              <a:t>PostQueuedCompletionStatus</a:t>
            </a:r>
            <a:r>
              <a:rPr lang="en-US" altLang="ko-KR" sz="1400" dirty="0"/>
              <a:t>`</a:t>
            </a:r>
            <a:r>
              <a:rPr lang="ko-KR" altLang="en-US" sz="1400" dirty="0"/>
              <a:t>로 </a:t>
            </a:r>
            <a:r>
              <a:rPr lang="en-US" altLang="ko-KR" sz="1400" dirty="0"/>
              <a:t>1</a:t>
            </a:r>
            <a:r>
              <a:rPr lang="ko-KR" altLang="en-US" sz="1400" dirty="0"/>
              <a:t>초에 한번 업데이트</a:t>
            </a:r>
            <a:r>
              <a:rPr lang="en-US" altLang="ko-KR" sz="1400" dirty="0"/>
              <a:t>, AI</a:t>
            </a:r>
            <a:r>
              <a:rPr lang="ko-KR" altLang="en-US" sz="1400" dirty="0"/>
              <a:t>가 어느 플레이어의 시야에도 들지 않았을 경우 비활성화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시야 안에 들어오는지 확인하기 위해 거리 비교를 </a:t>
            </a:r>
            <a:r>
              <a:rPr lang="ko-KR" altLang="en-US" sz="1400" dirty="0" err="1"/>
              <a:t>해야하는데</a:t>
            </a:r>
            <a:r>
              <a:rPr lang="en-US" altLang="ko-KR" sz="1400" dirty="0"/>
              <a:t>, </a:t>
            </a:r>
            <a:r>
              <a:rPr lang="ko-KR" altLang="en-US" sz="1400" dirty="0"/>
              <a:t>월드에 존재하는 모든 플레이어</a:t>
            </a:r>
            <a:r>
              <a:rPr lang="en-US" altLang="ko-KR" sz="1400" dirty="0"/>
              <a:t>/NPC </a:t>
            </a:r>
            <a:r>
              <a:rPr lang="ko-KR" altLang="en-US" sz="1400" dirty="0"/>
              <a:t>들과 거리비교를 하면 엄청 큰 병목</a:t>
            </a:r>
            <a:r>
              <a:rPr lang="en-US" altLang="ko-KR" sz="1400" dirty="0"/>
              <a:t>. </a:t>
            </a:r>
            <a:r>
              <a:rPr lang="ko-KR" altLang="en-US" sz="1400" dirty="0"/>
              <a:t>구역을 나눠서 주변 구역에 있는 </a:t>
            </a:r>
            <a:r>
              <a:rPr lang="ko-KR" altLang="en-US" sz="1400" dirty="0" err="1"/>
              <a:t>객체들과만</a:t>
            </a:r>
            <a:r>
              <a:rPr lang="ko-KR" altLang="en-US" sz="1400" dirty="0"/>
              <a:t> 거리비교</a:t>
            </a:r>
            <a:r>
              <a:rPr lang="en-US" altLang="ko-KR" sz="1400" dirty="0"/>
              <a:t>, </a:t>
            </a:r>
            <a:r>
              <a:rPr lang="ko-KR" altLang="en-US" sz="1400" dirty="0"/>
              <a:t>시야리스트 관리</a:t>
            </a:r>
            <a:r>
              <a:rPr lang="en-US" altLang="ko-KR" sz="1400" dirty="0"/>
              <a:t>.</a:t>
            </a:r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en-US" altLang="ko-KR" sz="1400" dirty="0"/>
              <a:t>Sector </a:t>
            </a:r>
            <a:r>
              <a:rPr lang="ko-KR" altLang="en-US" sz="1400" dirty="0"/>
              <a:t>최적화</a:t>
            </a:r>
            <a:r>
              <a:rPr lang="en-US" altLang="ko-KR" sz="1400" dirty="0"/>
              <a:t>, </a:t>
            </a:r>
            <a:r>
              <a:rPr lang="ko-KR" altLang="en-US" sz="1400" dirty="0"/>
              <a:t>시야 관리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5294344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C4754-E307-B71A-86BF-185BE8426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F0344-98DF-3651-D5C9-CAAA68BF4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280C68-189D-4779-E159-79B1EF6AC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3700" y="1300612"/>
            <a:ext cx="614045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스트레스 테스트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/>
              <a:t>스트레스 테스트 프로그램 설명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</p:txBody>
      </p:sp>
      <p:pic>
        <p:nvPicPr>
          <p:cNvPr id="7" name="그림 6" descr="우주, 천문학, 별자리, 천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8CB6D5-2705-8441-EAB6-8FA8FD07FB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50" y="1393255"/>
            <a:ext cx="4707090" cy="512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8931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BC873-9997-2D60-E998-EADE50907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DD15B-99B7-77E2-BC2D-A0EC6920D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1170B-8D88-8DE1-B91F-2A30B899C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0613"/>
            <a:ext cx="5655208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맵 로드 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400" dirty="0" err="1"/>
              <a:t>파이썬으로</a:t>
            </a:r>
            <a:r>
              <a:rPr lang="ko-KR" altLang="en-US" sz="1400" dirty="0"/>
              <a:t> </a:t>
            </a:r>
            <a:r>
              <a:rPr lang="en-US" altLang="ko-KR" sz="1400" dirty="0"/>
              <a:t>PNG</a:t>
            </a:r>
            <a:r>
              <a:rPr lang="ko-KR" altLang="en-US" sz="1400" dirty="0"/>
              <a:t>파일을 읽어서 </a:t>
            </a:r>
            <a:r>
              <a:rPr lang="en-US" altLang="ko-KR" sz="1400" dirty="0"/>
              <a:t>char</a:t>
            </a:r>
            <a:r>
              <a:rPr lang="ko-KR" altLang="en-US" sz="1400" dirty="0"/>
              <a:t>배열로 변환한 후 랜덤하게 장애물을 배치하여 저장한 </a:t>
            </a:r>
            <a:r>
              <a:rPr lang="ko-KR" altLang="en-US" sz="1400" dirty="0" err="1"/>
              <a:t>맵데이터를</a:t>
            </a:r>
            <a:r>
              <a:rPr lang="ko-KR" altLang="en-US" sz="1400" dirty="0"/>
              <a:t> </a:t>
            </a:r>
            <a:r>
              <a:rPr lang="en-US" altLang="ko-KR" sz="1400" dirty="0"/>
              <a:t>C++</a:t>
            </a:r>
            <a:r>
              <a:rPr lang="ko-KR" altLang="en-US" sz="1400" dirty="0"/>
              <a:t>에서 불러와서 </a:t>
            </a:r>
            <a:r>
              <a:rPr lang="ko-KR" altLang="en-US" sz="1400" dirty="0" err="1"/>
              <a:t>맵으로</a:t>
            </a:r>
            <a:r>
              <a:rPr lang="ko-KR" altLang="en-US" sz="1400" dirty="0"/>
              <a:t> 사용한다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87949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76EF0-014B-5DED-4B71-CC601C72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230D34-79DE-6BB2-55C9-24259DD34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95C6BB-C814-FF71-829E-1B65B581F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0613"/>
            <a:ext cx="1103630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Concurrency Visualizer</a:t>
            </a:r>
            <a:r>
              <a:rPr lang="ko-KR" altLang="en-US" sz="1400" dirty="0"/>
              <a:t>를 이용한 병목 찾기</a:t>
            </a:r>
            <a:endParaRPr lang="en-US" altLang="ko-KR" sz="1400" dirty="0"/>
          </a:p>
          <a:p>
            <a:pPr marL="0" indent="0"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성능 개선한 흔적</a:t>
            </a:r>
            <a:r>
              <a:rPr lang="en-US" altLang="ko-KR" sz="1400" dirty="0"/>
              <a:t>?</a:t>
            </a:r>
          </a:p>
          <a:p>
            <a:pPr marL="0" indent="0">
              <a:buNone/>
            </a:pPr>
            <a:r>
              <a:rPr lang="en-US" altLang="ko-KR" sz="1400" dirty="0"/>
              <a:t>ex) Concurrency Visualizer</a:t>
            </a:r>
            <a:r>
              <a:rPr lang="ko-KR" altLang="en-US" sz="1400" dirty="0"/>
              <a:t>를 이용해서 </a:t>
            </a:r>
            <a:r>
              <a:rPr lang="en-US" altLang="ko-KR" sz="1400" dirty="0"/>
              <a:t>NPC </a:t>
            </a:r>
            <a:r>
              <a:rPr lang="ko-KR" altLang="en-US" sz="1400" dirty="0"/>
              <a:t>업데이트 하는 함수에서 병목이 </a:t>
            </a:r>
            <a:r>
              <a:rPr lang="ko-KR" altLang="en-US" sz="1400" dirty="0" err="1"/>
              <a:t>생기는것을</a:t>
            </a:r>
            <a:r>
              <a:rPr lang="ko-KR" altLang="en-US" sz="1400" dirty="0"/>
              <a:t> 확인</a:t>
            </a:r>
            <a:r>
              <a:rPr lang="en-US" altLang="ko-KR" sz="1400" dirty="0"/>
              <a:t>, </a:t>
            </a:r>
            <a:r>
              <a:rPr lang="ko-KR" altLang="en-US" sz="1400" dirty="0"/>
              <a:t>개선하여 </a:t>
            </a:r>
            <a:r>
              <a:rPr lang="ko-KR" altLang="en-US" sz="1400" dirty="0" err="1"/>
              <a:t>동접</a:t>
            </a:r>
            <a:r>
              <a:rPr lang="ko-KR" altLang="en-US" sz="1400" dirty="0"/>
              <a:t> </a:t>
            </a:r>
            <a:r>
              <a:rPr lang="en-US" altLang="ko-KR" sz="1400" dirty="0"/>
              <a:t>50% </a:t>
            </a:r>
            <a:r>
              <a:rPr lang="ko-KR" altLang="en-US" sz="1400" dirty="0"/>
              <a:t>증가</a:t>
            </a:r>
            <a:endParaRPr lang="en-US" altLang="ko-KR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9905335-C911-6BE9-9032-59FEA919B1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742"/>
          <a:stretch>
            <a:fillRect/>
          </a:stretch>
        </p:blipFill>
        <p:spPr>
          <a:xfrm>
            <a:off x="1939677" y="2682191"/>
            <a:ext cx="8312645" cy="355441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4401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9E2A7-AA62-DF59-9989-FCD996D49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827BD-440A-0109-9C7F-456EAFFAC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소규모 멀티플레이 게임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CB1D99-D16E-ABEA-F4B6-3B70237C7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419600"/>
            <a:ext cx="5295175" cy="21907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추가 설명</a:t>
            </a:r>
            <a:endParaRPr lang="en-US" altLang="ko-KR" sz="14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E62DE6B-2F8B-5A92-5D60-9CD4ADD202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2227302"/>
              </p:ext>
            </p:extLst>
          </p:nvPr>
        </p:nvGraphicFramePr>
        <p:xfrm>
          <a:off x="6318976" y="1300612"/>
          <a:ext cx="5295176" cy="2881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2631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3882545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err="1"/>
                        <a:t>게임명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Agar.io </a:t>
                      </a:r>
                      <a:r>
                        <a:rPr lang="ko-KR" altLang="en-US" sz="1100" dirty="0"/>
                        <a:t>모작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2139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err="1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C81CF243-1CE9-8738-EAF7-A16DB94C641A}"/>
              </a:ext>
            </a:extLst>
          </p:cNvPr>
          <p:cNvSpPr/>
          <p:nvPr/>
        </p:nvSpPr>
        <p:spPr>
          <a:xfrm>
            <a:off x="577851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2584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ED75-3143-B7D1-482F-7BB93CA1C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E60678-8F31-B0B4-8909-35C804986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</a:t>
            </a:r>
            <a:r>
              <a:rPr lang="ko-KR" altLang="en-US" sz="3600" dirty="0"/>
              <a:t>제목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930FD3-929C-326F-895F-ACDB31A8B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419600"/>
            <a:ext cx="5295175" cy="21907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추가 설명</a:t>
            </a:r>
            <a:endParaRPr lang="en-US" altLang="ko-KR" sz="14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CCA8A8-AD5C-2E66-D45E-DB182A5B20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4530728"/>
              </p:ext>
            </p:extLst>
          </p:nvPr>
        </p:nvGraphicFramePr>
        <p:xfrm>
          <a:off x="6318976" y="1300612"/>
          <a:ext cx="5295176" cy="2881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2631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3882545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err="1"/>
                        <a:t>게임명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2139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err="1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9BC007BF-391F-8AB8-126D-F29B22F97816}"/>
              </a:ext>
            </a:extLst>
          </p:cNvPr>
          <p:cNvSpPr/>
          <p:nvPr/>
        </p:nvSpPr>
        <p:spPr>
          <a:xfrm>
            <a:off x="577851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6007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23180-3C25-612B-44A7-E03D43780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03856-882C-06F6-1094-E73D84988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</a:t>
            </a:r>
            <a:r>
              <a:rPr lang="ko-KR" altLang="en-US" sz="3600" dirty="0"/>
              <a:t>제목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019194-A7D8-839A-6F5F-8F15C86F4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419600"/>
            <a:ext cx="5295175" cy="21907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dirty="0"/>
              <a:t>추가 설명</a:t>
            </a:r>
            <a:endParaRPr lang="en-US" altLang="ko-KR" sz="14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5CD904E-134C-0BD9-2710-1B7112B90D04}"/>
              </a:ext>
            </a:extLst>
          </p:cNvPr>
          <p:cNvGraphicFramePr>
            <a:graphicFrameLocks noGrp="1"/>
          </p:cNvGraphicFramePr>
          <p:nvPr/>
        </p:nvGraphicFramePr>
        <p:xfrm>
          <a:off x="6318976" y="1300612"/>
          <a:ext cx="5295176" cy="2881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2631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3882545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err="1"/>
                        <a:t>게임명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2139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 err="1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79B511B5-3CEA-E954-9EA7-DC5A08E6D97C}"/>
              </a:ext>
            </a:extLst>
          </p:cNvPr>
          <p:cNvSpPr/>
          <p:nvPr/>
        </p:nvSpPr>
        <p:spPr>
          <a:xfrm>
            <a:off x="577851" y="1300612"/>
            <a:ext cx="5295175" cy="300417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 </a:t>
            </a:r>
            <a:r>
              <a:rPr lang="ko-KR" altLang="en-US" dirty="0">
                <a:solidFill>
                  <a:schemeClr val="tx1"/>
                </a:solidFill>
              </a:rPr>
              <a:t>사 진 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10100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C8B89-8155-ED6C-28D3-66BC9CD28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4AC7C1-FC1F-F354-4BFE-34E24032E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23F6D8-4B66-01EA-7AD3-02E406A92B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1300612"/>
            <a:ext cx="5655208" cy="5309737"/>
          </a:xfrm>
        </p:spPr>
        <p:txBody>
          <a:bodyPr>
            <a:normAutofit/>
          </a:bodyPr>
          <a:lstStyle/>
          <a:p>
            <a:r>
              <a:rPr lang="en-US" altLang="ko-KR" sz="1400" dirty="0">
                <a:hlinkClick r:id="rId2"/>
              </a:rPr>
              <a:t>https://github.com/Jirung-E/DoodleJump</a:t>
            </a:r>
            <a:endParaRPr lang="en-US" altLang="ko-KR" sz="1400" dirty="0"/>
          </a:p>
          <a:p>
            <a:r>
              <a:rPr lang="en-US" altLang="ko-KR" sz="1400" dirty="0">
                <a:hlinkClick r:id="rId3"/>
              </a:rPr>
              <a:t>https://github.com/Jirung-E/NetGame_Agar</a:t>
            </a:r>
            <a:endParaRPr lang="en-US" altLang="ko-KR" sz="1400" dirty="0"/>
          </a:p>
          <a:p>
            <a:r>
              <a:rPr lang="en-US" altLang="ko-KR" sz="1400" dirty="0">
                <a:hlinkClick r:id="rId4"/>
              </a:rPr>
              <a:t>https://github.com/Jirung-E/Script_termproject</a:t>
            </a:r>
            <a:endParaRPr lang="en-US" altLang="ko-KR" sz="1400" dirty="0"/>
          </a:p>
          <a:p>
            <a:r>
              <a:rPr lang="en-US" altLang="ko-KR" sz="1400" dirty="0">
                <a:hlinkClick r:id="rId5"/>
              </a:rPr>
              <a:t>https://github.com/Jirung-E/CG_Final_Minecraft</a:t>
            </a:r>
            <a:endParaRPr lang="en-US" altLang="ko-KR" sz="1400" dirty="0"/>
          </a:p>
          <a:p>
            <a:r>
              <a:rPr lang="en-US" altLang="ko-KR" sz="1400" dirty="0">
                <a:hlinkClick r:id="rId6"/>
              </a:rPr>
              <a:t>https://github.com/Jirung-E/Rugby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>
                <a:hlinkClick r:id="rId7"/>
              </a:rPr>
              <a:t>https://github.com/Jirung-E/WP_Final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>
                <a:hlinkClick r:id="rId8"/>
              </a:rPr>
              <a:t>https://github.com/Jirung-E/CG_HW2_AM</a:t>
            </a:r>
            <a:endParaRPr lang="en-US" altLang="ko-KR" sz="1400" dirty="0"/>
          </a:p>
          <a:p>
            <a:r>
              <a:rPr lang="en-US" altLang="ko-KR" sz="1400" dirty="0">
                <a:hlinkClick r:id="rId9"/>
              </a:rPr>
              <a:t>https://github.com/Jirung-E/LSP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>
                <a:hlinkClick r:id="rId10"/>
              </a:rPr>
              <a:t>https://github.com/Jirung-E/JirungEngine</a:t>
            </a:r>
            <a:endParaRPr lang="en-US" altLang="ko-KR" sz="1400" dirty="0"/>
          </a:p>
          <a:p>
            <a:r>
              <a:rPr lang="en-US" altLang="ko-KR" sz="1400" dirty="0">
                <a:hlinkClick r:id="rId11"/>
              </a:rPr>
              <a:t>https://github.com/Jirung-E/EmployeeManagementSystem</a:t>
            </a:r>
            <a:endParaRPr lang="en-US" altLang="ko-KR" sz="1400" dirty="0"/>
          </a:p>
          <a:p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27444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4343</TotalTime>
  <Words>908</Words>
  <Application>Microsoft Office PowerPoint</Application>
  <PresentationFormat>와이드스크린</PresentationFormat>
  <Paragraphs>210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Intro</vt:lpstr>
      <vt:lpstr>작업물</vt:lpstr>
      <vt:lpstr>졸업작품</vt:lpstr>
      <vt:lpstr>졸업작품</vt:lpstr>
      <vt:lpstr>졸업작품</vt:lpstr>
      <vt:lpstr>졸업작품</vt:lpstr>
      <vt:lpstr>졸업작품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소규모 멀티플레이 게임</vt:lpstr>
      <vt:lpstr>기타 - 제목</vt:lpstr>
      <vt:lpstr>기타 - 제목</vt:lpstr>
      <vt:lpstr>기타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주형 이</dc:creator>
  <cp:lastModifiedBy>Nai Hoon Jung</cp:lastModifiedBy>
  <cp:revision>82</cp:revision>
  <dcterms:created xsi:type="dcterms:W3CDTF">2025-08-11T12:44:19Z</dcterms:created>
  <dcterms:modified xsi:type="dcterms:W3CDTF">2025-08-20T01:36:08Z</dcterms:modified>
</cp:coreProperties>
</file>
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1" r:id="rId5"/>
    <p:sldId id="262" r:id="rId6"/>
    <p:sldId id="264" r:id="rId7"/>
    <p:sldId id="265" r:id="rId8"/>
    <p:sldId id="263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736"/>
    <a:srgbClr val="FCD1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7"/>
  </p:normalViewPr>
  <p:slideViewPr>
    <p:cSldViewPr snapToGrid="0">
      <p:cViewPr>
        <p:scale>
          <a:sx n="85" d="100"/>
          <a:sy n="85" d="100"/>
        </p:scale>
        <p:origin x="1784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27848-A28F-C440-A120-93754EF656CE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DD7B-FD64-FD43-B3D1-B8F29C36D7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611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5DD7B-FD64-FD43-B3D1-B8F29C36D7C9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4137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9F9B0-7313-A410-01AC-C67227BEB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F0C17D-C33E-A9BA-92FD-47556912B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6BE626-A5B5-2744-EC7E-2F35F5121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6A281F-E50E-E1B6-B818-33F42A910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5DD7B-FD64-FD43-B3D1-B8F29C36D7C9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756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81000-4633-F6F1-C88A-C7B4A327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B122B6-829D-B491-6C23-9ABECBE89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1E05F-6C74-2811-463C-D18529119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52165-E979-7AE1-45AB-53E4A5C44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5DD7B-FD64-FD43-B3D1-B8F29C36D7C9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7871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2717-239B-4CA7-87D3-BED4384F7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D7966D-2FD9-E5C3-BDCC-AF526ECF5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4F78AD-DE78-AFC1-5A2A-391A8E135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D3C74F-7EF1-FAD9-0B12-3ACC9E70C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5DD7B-FD64-FD43-B3D1-B8F29C36D7C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507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E1DB7-704A-1AFE-0A75-030B831C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EE18C-9F82-2EF7-B944-DD344996C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8B3F94-A48D-D6F1-E6CC-55BFC0F79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77B71-4170-01B3-143C-445CDD1B4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5DD7B-FD64-FD43-B3D1-B8F29C36D7C9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5813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D1FC9-4495-A829-AF1A-B5B715836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EFCDD8-EFA3-4DA3-3E28-EDBDD6FB0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FF95E-747E-D49D-66A6-C3EF7FCAF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28ED95-51C8-CF94-9BD0-C93FAD44F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5DD7B-FD64-FD43-B3D1-B8F29C36D7C9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8090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DB68B-52B6-2064-9462-21805818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721DB5-CC9B-8639-3869-9A6AFC112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51A2CF-6D24-49D6-EE7B-BC56836C9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113DED-02F3-CFD7-A6E4-28078F7DF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5DD7B-FD64-FD43-B3D1-B8F29C36D7C9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1936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CA467-4F9A-0182-47CD-0CCAA0D0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2C03A1-1573-1129-CB03-4EA2EC2BA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0DD9F5-C7AC-4B08-5025-311E923F6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0CFE1C-C6C5-6EA8-2A42-CEE288B5C8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5DD7B-FD64-FD43-B3D1-B8F29C36D7C9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9416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25176-5A12-2005-0E1F-056E9B37E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29D2E7-DDB7-CC2A-24F8-9238E8939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0D8E1-D911-7AFD-C241-DAC312609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7CB7F8-833F-1CB6-652B-BFEF231BC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5DD7B-FD64-FD43-B3D1-B8F29C36D7C9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2062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11086-D144-876A-C48A-A7BE96998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1F56E4-4307-A5DD-6F22-4179A0809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BF47E-DADA-0A42-71AF-BEA830EB2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2AE95F-1D8A-5468-D95E-4F2D7CF7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0BD36-B1E7-FE01-6AF8-B74B1866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7080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55C82-B962-B29A-C4A0-6A254072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C2DC00-1441-09E8-B847-C6645A64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70A08-0306-F752-0255-9B6D1E82E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723BE9-8F0B-FED5-2776-94440175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088F60-D47A-CC05-46C5-EBCA1DE8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268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FD274-006A-273D-3DA8-27417153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D3A4C9-E8E9-F0EF-2B05-BB6B460AA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D3770-DAD9-31CD-28C7-FD1BA9AF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1C6867-DF21-4812-30C1-508D40466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191564-5251-18AB-7EE3-165D7E78C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032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33574-446D-73F9-F5A9-BA680A047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DE9114-DF45-ED7D-EEF8-5D87B362B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DEF6E6-908B-EE00-F3FD-76E4EC9C3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36A459-F9BF-0315-4A0B-50EF1A35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6FC2FA-7D8B-D981-C86B-4500D2617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BFE112-9F13-A034-CFAE-C8F21C6B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1703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CCB0D-4E2F-058F-4707-27C60CCCC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65841-9D74-2B90-B28F-92D9805DA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F63CAA-2A1C-D7D9-5347-B5DB1249B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164D0B-1224-22DA-5E8C-A3B8A7694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7FFCB4-1FE8-E475-76AC-CBF07A417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F6D9D2-1B27-DD68-BCAA-4AAFC2CF4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2FAB91C-537A-B6C4-BBC3-7E8A034F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71352C-1E96-EB50-C604-D2032BDE7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743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2C170-D43B-16B1-B39D-97359DE9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1D9176-7DAA-6B7D-96C6-77ABAFE9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094E89-7F0E-9816-3DEF-3D284348F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A1DEE9-2E40-D7E8-89C9-7C639B8FA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298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1C992B-8D08-610A-39A7-2B1A6AAC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FD99AA-1909-29A7-D042-F9226A1F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1554CD-B0E0-BDA6-9B1A-36ADD37E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5460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ABCB5-9C41-7BBE-BABD-7B408280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B5EC8-DFC8-2F42-0FD2-D2750360E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8A78F-3C13-C9C7-4CDA-8CE8AB9A4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4B3442-EF9E-9173-B22E-9F308914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A2F91F-B985-517D-2752-B81A205A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06121A-83A4-2798-C344-F29C2A49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7554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3CB1D-1DDD-AF1A-7109-7C7F486D7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90CC6E-08E4-73E5-7541-B1E097C1A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56A19A-C14F-C4CB-1754-799D61562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C70976-554A-4726-0B00-4DB610EAC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0EE3C1-06C3-BF07-FD3C-3AFA4C40F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D15CE9-D8A5-B2C4-AE5B-8937A39A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636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4E40F-F2C9-D257-837F-AD6E88F9F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2B95A4-B6ED-8DCE-D669-72F99E23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A8025D-16DE-93D7-467F-F49495486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7E83EF-209B-4C89-FB72-299685D7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23D223-13ED-B2E8-583B-7D8F6425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399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0B2085-650B-8AA9-1315-2344AEDE3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B1D0F-DC02-1001-33DC-B314F33E8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DFC313-982B-9432-A5BD-3FB9F066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009CF0-0A7F-8601-6041-13EAB048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033E63-9E8B-A930-9AE3-6C3D41147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507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96F668-2199-EFAE-E324-107FB9E69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092B32-A1F9-9049-6DA7-8875E4BE1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EB88CB-B357-5FD6-4F26-31C932EB2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6FCB0-D622-A143-AD7F-881532147883}" type="datetimeFigureOut">
              <a:rPr kumimoji="1" lang="ko-KR" altLang="en-US" smtClean="0"/>
              <a:t>2025. 8. 18.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7A700D-6A6E-90A2-098F-1A1FBBBA6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C5ECC6-A8C0-4C1E-A4C5-273768086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28268-94A9-0C40-BA89-60B7255506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043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86660740-A0BA-A60B-DAC2-F7970061009D}"/>
              </a:ext>
            </a:extLst>
          </p:cNvPr>
          <p:cNvSpPr/>
          <p:nvPr/>
        </p:nvSpPr>
        <p:spPr>
          <a:xfrm>
            <a:off x="7" y="0"/>
            <a:ext cx="10186409" cy="6858000"/>
          </a:xfrm>
          <a:prstGeom prst="rect">
            <a:avLst/>
          </a:prstGeom>
          <a:solidFill>
            <a:srgbClr val="FEC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4557E73C-CEA2-B66C-9D63-6C97547A6CC2}"/>
              </a:ext>
            </a:extLst>
          </p:cNvPr>
          <p:cNvGrpSpPr/>
          <p:nvPr/>
        </p:nvGrpSpPr>
        <p:grpSpPr>
          <a:xfrm>
            <a:off x="673608" y="2427752"/>
            <a:ext cx="4419603" cy="2002495"/>
            <a:chOff x="755072" y="1580068"/>
            <a:chExt cx="4419603" cy="2002495"/>
          </a:xfrm>
        </p:grpSpPr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350CE657-778C-C62F-7E7B-F94C32E8F156}"/>
                </a:ext>
              </a:extLst>
            </p:cNvPr>
            <p:cNvGrpSpPr/>
            <p:nvPr/>
          </p:nvGrpSpPr>
          <p:grpSpPr>
            <a:xfrm>
              <a:off x="755072" y="1580068"/>
              <a:ext cx="4419603" cy="2002495"/>
              <a:chOff x="755072" y="756000"/>
              <a:chExt cx="4419603" cy="2002495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5F5C7F7-5708-BEA6-4447-DEE21D164820}"/>
                  </a:ext>
                </a:extLst>
              </p:cNvPr>
              <p:cNvSpPr txBox="1"/>
              <p:nvPr/>
            </p:nvSpPr>
            <p:spPr>
              <a:xfrm>
                <a:off x="755072" y="756000"/>
                <a:ext cx="428268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5400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Consolas" panose="020B0609020204030204" pitchFamily="49" charset="0"/>
                  </a:rPr>
                  <a:t>Portfolio</a:t>
                </a:r>
                <a:endParaRPr kumimoji="1" lang="ko-KR" altLang="en-US" sz="5400" b="1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3A0EC83-B2D7-B9C4-B13A-9EAE402CF3F2}"/>
                  </a:ext>
                </a:extLst>
              </p:cNvPr>
              <p:cNvSpPr txBox="1"/>
              <p:nvPr/>
            </p:nvSpPr>
            <p:spPr>
              <a:xfrm>
                <a:off x="990330" y="2112164"/>
                <a:ext cx="41843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Consolas" panose="020B0609020204030204" pitchFamily="49" charset="0"/>
                  </a:rPr>
                  <a:t>Name</a:t>
                </a:r>
                <a:r>
                  <a:rPr kumimoji="1" lang="ko-KR" altLang="en-US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Consolas" panose="020B0609020204030204" pitchFamily="49" charset="0"/>
                  </a:rPr>
                  <a:t> </a:t>
                </a:r>
                <a:r>
                  <a:rPr kumimoji="1" lang="en-US" altLang="ko-KR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Consolas" panose="020B0609020204030204" pitchFamily="49" charset="0"/>
                  </a:rPr>
                  <a:t>:</a:t>
                </a:r>
                <a:r>
                  <a:rPr kumimoji="1" lang="ko-KR" altLang="en-US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Consolas" panose="020B0609020204030204" pitchFamily="49" charset="0"/>
                  </a:rPr>
                  <a:t> 이종민</a:t>
                </a:r>
                <a:br>
                  <a:rPr kumimoji="1" lang="en-US" altLang="ko-KR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Consolas" panose="020B0609020204030204" pitchFamily="49" charset="0"/>
                  </a:rPr>
                </a:br>
                <a:r>
                  <a:rPr kumimoji="1" lang="en-US" altLang="ko-KR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Consolas" panose="020B0609020204030204" pitchFamily="49" charset="0"/>
                  </a:rPr>
                  <a:t>E-Mail : powerspirit127@gmail.com</a:t>
                </a:r>
                <a:endParaRPr kumimoji="1" lang="ko-KR" altLang="en-US" b="1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endParaRPr>
              </a:p>
            </p:txBody>
          </p:sp>
        </p:grpSp>
        <p:pic>
          <p:nvPicPr>
            <p:cNvPr id="75" name="그래픽 74" descr="게임 컨트롤러 단색으로 채워진">
              <a:extLst>
                <a:ext uri="{FF2B5EF4-FFF2-40B4-BE49-F238E27FC236}">
                  <a16:creationId xmlns:a16="http://schemas.microsoft.com/office/drawing/2014/main" id="{F8737695-3A5B-99EE-3573-137242044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82576" y="1580068"/>
              <a:ext cx="923330" cy="923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5751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5FE74-90E1-19C4-AF32-800A1CD63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3DD28E7-F8AF-18F8-526A-46DAF277E283}"/>
              </a:ext>
            </a:extLst>
          </p:cNvPr>
          <p:cNvSpPr/>
          <p:nvPr/>
        </p:nvSpPr>
        <p:spPr>
          <a:xfrm>
            <a:off x="0" y="0"/>
            <a:ext cx="3913632" cy="6858000"/>
          </a:xfrm>
          <a:prstGeom prst="rect">
            <a:avLst/>
          </a:prstGeom>
          <a:solidFill>
            <a:srgbClr val="FEC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7B956B-F227-0BF3-363B-671AA14FAE65}"/>
              </a:ext>
            </a:extLst>
          </p:cNvPr>
          <p:cNvSpPr txBox="1"/>
          <p:nvPr/>
        </p:nvSpPr>
        <p:spPr>
          <a:xfrm>
            <a:off x="0" y="0"/>
            <a:ext cx="3913632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ko-KR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Intro</a:t>
            </a:r>
            <a:endParaRPr kumimoji="1" lang="ko-KR" altLang="en-US" sz="4400" b="1" dirty="0">
              <a:latin typeface="Malgun Gothic" panose="020B0503020000020004" pitchFamily="34" charset="-127"/>
              <a:ea typeface="Malgun Gothic" panose="020B0503020000020004" pitchFamily="34" charset="-127"/>
              <a:cs typeface="Consolas" panose="020B0609020204030204" pitchFamily="49" charset="0"/>
            </a:endParaRPr>
          </a:p>
        </p:txBody>
      </p:sp>
      <p:pic>
        <p:nvPicPr>
          <p:cNvPr id="21" name="그림 20" descr="의류, 사람, 턱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6B1E3B-7513-DAE1-E814-F90DB7597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44" y="1184832"/>
            <a:ext cx="2201418" cy="282404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FBF635C-FA39-866D-4D4E-00BF6C4C8C6D}"/>
              </a:ext>
            </a:extLst>
          </p:cNvPr>
          <p:cNvSpPr txBox="1"/>
          <p:nvPr/>
        </p:nvSpPr>
        <p:spPr>
          <a:xfrm>
            <a:off x="-1" y="4261147"/>
            <a:ext cx="391363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ko-KR" altLang="en-US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이종민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B54F2C-1A9E-926E-D6D8-39004E3D0264}"/>
              </a:ext>
            </a:extLst>
          </p:cNvPr>
          <p:cNvSpPr txBox="1"/>
          <p:nvPr/>
        </p:nvSpPr>
        <p:spPr>
          <a:xfrm>
            <a:off x="819543" y="5030588"/>
            <a:ext cx="220141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1600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LEE JONG MIN</a:t>
            </a:r>
            <a:endParaRPr kumimoji="1" lang="ko-KR" altLang="en-US" sz="1600" dirty="0">
              <a:latin typeface="Malgun Gothic" panose="020B0503020000020004" pitchFamily="34" charset="-127"/>
              <a:ea typeface="Malgun Gothic" panose="020B0503020000020004" pitchFamily="34" charset="-127"/>
              <a:cs typeface="Consolas" panose="020B0609020204030204" pitchFamily="49" charset="0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38CB732-D875-E508-180D-ABFFFB70AFCA}"/>
              </a:ext>
            </a:extLst>
          </p:cNvPr>
          <p:cNvGrpSpPr/>
          <p:nvPr/>
        </p:nvGrpSpPr>
        <p:grpSpPr>
          <a:xfrm>
            <a:off x="5707453" y="4261147"/>
            <a:ext cx="6484548" cy="1658804"/>
            <a:chOff x="5707452" y="3848838"/>
            <a:chExt cx="6484548" cy="165880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C283282-3EB2-99B6-042A-12DA5BB6B4B0}"/>
                </a:ext>
              </a:extLst>
            </p:cNvPr>
            <p:cNvSpPr txBox="1"/>
            <p:nvPr/>
          </p:nvSpPr>
          <p:spPr>
            <a:xfrm>
              <a:off x="5707452" y="3848838"/>
              <a:ext cx="1703879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en-US" altLang="ko-KR" sz="3200" b="1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Skills</a:t>
              </a:r>
              <a:endPara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7F1BCC5-83CE-EABE-46E6-54BDA68236E9}"/>
                </a:ext>
              </a:extLst>
            </p:cNvPr>
            <p:cNvSpPr txBox="1"/>
            <p:nvPr/>
          </p:nvSpPr>
          <p:spPr>
            <a:xfrm>
              <a:off x="6169724" y="4584312"/>
              <a:ext cx="1241607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C/C++</a:t>
              </a:r>
            </a:p>
            <a:p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Rust</a:t>
              </a:r>
            </a:p>
          </p:txBody>
        </p:sp>
        <p:cxnSp>
          <p:nvCxnSpPr>
            <p:cNvPr id="27" name="직선 연결선[R] 26">
              <a:extLst>
                <a:ext uri="{FF2B5EF4-FFF2-40B4-BE49-F238E27FC236}">
                  <a16:creationId xmlns:a16="http://schemas.microsoft.com/office/drawing/2014/main" id="{58E8A9A7-1ACD-2225-B3A1-0E0454224D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7455" y="4433613"/>
              <a:ext cx="6484545" cy="0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17FFF59-6F0F-03BC-74C7-56E9B675D074}"/>
                </a:ext>
              </a:extLst>
            </p:cNvPr>
            <p:cNvSpPr txBox="1"/>
            <p:nvPr/>
          </p:nvSpPr>
          <p:spPr>
            <a:xfrm>
              <a:off x="7559725" y="4584312"/>
              <a:ext cx="1241607" cy="9233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en-US" altLang="ko-KR" dirty="0" err="1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WebGPU</a:t>
              </a:r>
              <a:endPara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endParaRPr>
            </a:p>
            <a:p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OpenGL</a:t>
              </a:r>
            </a:p>
            <a:p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Vulkan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86E8C77-68F2-A27A-3179-C28CD87823B5}"/>
                </a:ext>
              </a:extLst>
            </p:cNvPr>
            <p:cNvSpPr txBox="1"/>
            <p:nvPr/>
          </p:nvSpPr>
          <p:spPr>
            <a:xfrm>
              <a:off x="8949727" y="4584312"/>
              <a:ext cx="1241607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en-US" altLang="ko-KR" dirty="0" err="1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CMake</a:t>
              </a:r>
              <a:endPara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endParaRPr>
            </a:p>
            <a:p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Git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C16A0EC-E51A-E347-496B-4249889A62B2}"/>
              </a:ext>
            </a:extLst>
          </p:cNvPr>
          <p:cNvGrpSpPr/>
          <p:nvPr/>
        </p:nvGrpSpPr>
        <p:grpSpPr>
          <a:xfrm>
            <a:off x="5707453" y="709171"/>
            <a:ext cx="6484551" cy="3299702"/>
            <a:chOff x="5707452" y="488563"/>
            <a:chExt cx="6484551" cy="329970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5438B4-AD27-0A72-FA99-0E830FEE3E35}"/>
                </a:ext>
              </a:extLst>
            </p:cNvPr>
            <p:cNvSpPr txBox="1"/>
            <p:nvPr/>
          </p:nvSpPr>
          <p:spPr>
            <a:xfrm>
              <a:off x="5707452" y="488563"/>
              <a:ext cx="1703879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en-US" altLang="ko-KR" sz="3200" b="1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Profile</a:t>
              </a:r>
              <a:endPara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endParaRPr>
            </a:p>
          </p:txBody>
        </p:sp>
        <p:cxnSp>
          <p:nvCxnSpPr>
            <p:cNvPr id="33" name="직선 연결선[R] 32">
              <a:extLst>
                <a:ext uri="{FF2B5EF4-FFF2-40B4-BE49-F238E27FC236}">
                  <a16:creationId xmlns:a16="http://schemas.microsoft.com/office/drawing/2014/main" id="{47C63BB5-CE5D-2537-C9F7-CDA5D8743F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7456" y="1073338"/>
              <a:ext cx="6484545" cy="0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008444C-2A61-086C-CEAB-6C384E191A4B}"/>
                </a:ext>
              </a:extLst>
            </p:cNvPr>
            <p:cNvSpPr txBox="1"/>
            <p:nvPr/>
          </p:nvSpPr>
          <p:spPr>
            <a:xfrm>
              <a:off x="5901728" y="1089171"/>
              <a:ext cx="6290273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ko-KR" altLang="en-US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생년월일 </a:t>
              </a:r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	1998.12.28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F2676DD-1E46-CD4F-9DA1-56F64C12E2A3}"/>
                </a:ext>
              </a:extLst>
            </p:cNvPr>
            <p:cNvSpPr txBox="1"/>
            <p:nvPr/>
          </p:nvSpPr>
          <p:spPr>
            <a:xfrm>
              <a:off x="5901729" y="2528304"/>
              <a:ext cx="6290273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2014</a:t>
              </a:r>
              <a:r>
                <a:rPr kumimoji="1" lang="ko-KR" altLang="en-US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 현산중학교 졸업</a:t>
              </a:r>
              <a:endPara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D58F54D-56FD-320A-7E38-21FB2C723FF5}"/>
                </a:ext>
              </a:extLst>
            </p:cNvPr>
            <p:cNvSpPr txBox="1"/>
            <p:nvPr/>
          </p:nvSpPr>
          <p:spPr>
            <a:xfrm>
              <a:off x="5901730" y="2972985"/>
              <a:ext cx="6290273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2017</a:t>
              </a:r>
              <a:r>
                <a:rPr kumimoji="1" lang="ko-KR" altLang="en-US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 </a:t>
              </a:r>
              <a:r>
                <a:rPr kumimoji="1" lang="ko-KR" altLang="en-US" dirty="0" err="1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일산동고등학교</a:t>
              </a:r>
              <a:r>
                <a:rPr kumimoji="1" lang="ko-KR" altLang="en-US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 졸업</a:t>
              </a:r>
              <a:endPara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7E199B5-0442-54E9-C3CE-55B0FA3123CB}"/>
                </a:ext>
              </a:extLst>
            </p:cNvPr>
            <p:cNvSpPr txBox="1"/>
            <p:nvPr/>
          </p:nvSpPr>
          <p:spPr>
            <a:xfrm>
              <a:off x="5901728" y="3418933"/>
              <a:ext cx="6290273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2026</a:t>
              </a:r>
              <a:r>
                <a:rPr kumimoji="1" lang="ko-KR" altLang="en-US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 한국공학대학교 졸업예정</a:t>
              </a:r>
              <a:endPara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F4F6EE1-C222-B119-4EEC-AC46B84A48A1}"/>
                </a:ext>
              </a:extLst>
            </p:cNvPr>
            <p:cNvSpPr txBox="1"/>
            <p:nvPr/>
          </p:nvSpPr>
          <p:spPr>
            <a:xfrm>
              <a:off x="5901728" y="1529947"/>
              <a:ext cx="6290273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ko-KR" altLang="en-US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전화번호 </a:t>
              </a:r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	010-9160-4596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411290-16BA-3071-6C00-592E858D5C60}"/>
                </a:ext>
              </a:extLst>
            </p:cNvPr>
            <p:cNvSpPr txBox="1"/>
            <p:nvPr/>
          </p:nvSpPr>
          <p:spPr>
            <a:xfrm>
              <a:off x="5901728" y="1970723"/>
              <a:ext cx="6290273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ko-KR" altLang="en-US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이메일</a:t>
              </a:r>
              <a:r>
                <a:rPr kumimoji="1"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nsolas" panose="020B0609020204030204" pitchFamily="49" charset="0"/>
                </a:rPr>
                <a:t>		powerspirit127@gmail.com</a:t>
              </a:r>
            </a:p>
          </p:txBody>
        </p:sp>
        <p:cxnSp>
          <p:nvCxnSpPr>
            <p:cNvPr id="43" name="직선 연결선[R] 42">
              <a:extLst>
                <a:ext uri="{FF2B5EF4-FFF2-40B4-BE49-F238E27FC236}">
                  <a16:creationId xmlns:a16="http://schemas.microsoft.com/office/drawing/2014/main" id="{59225BA9-BBC5-6E87-457E-F8E3D1D20B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7456" y="2494868"/>
              <a:ext cx="6484545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0026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08C8-41B5-0540-7AA6-46A9001A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F06744-4D8B-0E52-D441-4255A5F056FA}"/>
              </a:ext>
            </a:extLst>
          </p:cNvPr>
          <p:cNvSpPr/>
          <p:nvPr/>
        </p:nvSpPr>
        <p:spPr>
          <a:xfrm>
            <a:off x="0" y="0"/>
            <a:ext cx="3913632" cy="6858000"/>
          </a:xfrm>
          <a:prstGeom prst="rect">
            <a:avLst/>
          </a:prstGeom>
          <a:solidFill>
            <a:srgbClr val="FEC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1FB89-065D-BD89-3AF4-887182473A2C}"/>
              </a:ext>
            </a:extLst>
          </p:cNvPr>
          <p:cNvSpPr txBox="1"/>
          <p:nvPr/>
        </p:nvSpPr>
        <p:spPr>
          <a:xfrm>
            <a:off x="0" y="0"/>
            <a:ext cx="3913632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ko-KR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Index</a:t>
            </a:r>
            <a:endParaRPr kumimoji="1" lang="ko-KR" altLang="en-US" sz="4400" b="1" dirty="0">
              <a:latin typeface="Malgun Gothic" panose="020B0503020000020004" pitchFamily="34" charset="-127"/>
              <a:ea typeface="Malgun Gothic" panose="020B0503020000020004" pitchFamily="34" charset="-12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96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DD622-6F42-0C80-FF64-FA9BD3A42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1CA9B7-0353-FCA5-4014-7ED7D15E945F}"/>
              </a:ext>
            </a:extLst>
          </p:cNvPr>
          <p:cNvSpPr txBox="1"/>
          <p:nvPr/>
        </p:nvSpPr>
        <p:spPr>
          <a:xfrm>
            <a:off x="0" y="0"/>
            <a:ext cx="3913632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ko-KR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n.</a:t>
            </a:r>
            <a:r>
              <a:rPr kumimoji="1" lang="ko-KR" altLang="en-US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 </a:t>
            </a:r>
            <a:r>
              <a:rPr kumimoji="1" lang="en-US" altLang="ko-KR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Template</a:t>
            </a:r>
            <a:endParaRPr kumimoji="1" lang="ko-KR" altLang="en-US" sz="4400" b="1" dirty="0">
              <a:latin typeface="Malgun Gothic" panose="020B0503020000020004" pitchFamily="34" charset="-127"/>
              <a:ea typeface="Malgun Gothic" panose="020B0503020000020004" pitchFamily="34" charset="-127"/>
              <a:cs typeface="Consolas" panose="020B0609020204030204" pitchFamily="49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7B09D8E-42AF-96BA-936B-D3BB361059A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474059"/>
            <a:ext cx="11915931" cy="6142503"/>
            <a:chOff x="0" y="474059"/>
            <a:chExt cx="11915931" cy="6142503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442FF37-5398-D916-02B0-6226DD91A99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28469" y="936256"/>
              <a:ext cx="11487462" cy="5680306"/>
              <a:chOff x="428469" y="393837"/>
              <a:chExt cx="11487462" cy="6222725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280A3F3B-96B1-37BD-5537-B8D8F87DEB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0869" y="546237"/>
                <a:ext cx="11335062" cy="607032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51722C9A-1D60-396C-FE1D-F79F7A1ECE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8469" y="393837"/>
                <a:ext cx="11335062" cy="6070325"/>
              </a:xfrm>
              <a:prstGeom prst="rect">
                <a:avLst/>
              </a:prstGeom>
              <a:solidFill>
                <a:srgbClr val="FEC7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39CCB3C0-6F05-39A2-B031-3C3CCE13296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0" y="936256"/>
              <a:ext cx="3913632" cy="0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B89F42C0-B4F2-78C7-8D47-E218A4D0ECC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428469" y="474059"/>
              <a:ext cx="0" cy="2340344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788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742AB-E274-5C84-C048-50B98C8ED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412946-B9E1-2F61-3101-4B58595F0774}"/>
              </a:ext>
            </a:extLst>
          </p:cNvPr>
          <p:cNvSpPr txBox="1"/>
          <p:nvPr/>
        </p:nvSpPr>
        <p:spPr>
          <a:xfrm>
            <a:off x="0" y="0"/>
            <a:ext cx="3913632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ko-KR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1.</a:t>
            </a:r>
            <a:r>
              <a:rPr kumimoji="1" lang="ko-KR" altLang="en-US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 졸업작품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BAB82AB-3E29-D71D-B8B2-99B0D81C7C0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474059"/>
            <a:ext cx="11915931" cy="6142502"/>
            <a:chOff x="0" y="474059"/>
            <a:chExt cx="11915931" cy="614250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97DF225E-53ED-7863-7E9F-1588DDCEAE3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28469" y="936256"/>
              <a:ext cx="11487462" cy="5680305"/>
              <a:chOff x="428469" y="393837"/>
              <a:chExt cx="11487462" cy="6222725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5A723A9A-DCBD-1EBA-37F3-B2043B9CFF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0869" y="546237"/>
                <a:ext cx="11335062" cy="607032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88B2C31-C461-2AD1-2CE1-5B254C89DE9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8469" y="393837"/>
                <a:ext cx="11335062" cy="6070325"/>
              </a:xfrm>
              <a:prstGeom prst="rect">
                <a:avLst/>
              </a:prstGeom>
              <a:solidFill>
                <a:srgbClr val="FEC7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11" name="모서리가 둥근 직사각형 10">
                <a:extLst>
                  <a:ext uri="{FF2B5EF4-FFF2-40B4-BE49-F238E27FC236}">
                    <a16:creationId xmlns:a16="http://schemas.microsoft.com/office/drawing/2014/main" id="{41C8A396-387F-0E68-E751-6F742824680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71802" y="944944"/>
                <a:ext cx="6739329" cy="4910452"/>
              </a:xfrm>
              <a:prstGeom prst="roundRect">
                <a:avLst>
                  <a:gd name="adj" fmla="val 6969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1BC234D9-8A5E-3CA8-3A79-FAB0CBFBF43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0" y="936256"/>
              <a:ext cx="3913632" cy="0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B1A7376D-9ECC-027B-A352-A215F9BCA22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428469" y="474059"/>
              <a:ext cx="0" cy="2340344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68AF345-06F8-3C78-8884-523CADB2A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365652"/>
              </p:ext>
            </p:extLst>
          </p:nvPr>
        </p:nvGraphicFramePr>
        <p:xfrm>
          <a:off x="5081664" y="1679930"/>
          <a:ext cx="6319604" cy="405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3888">
                  <a:extLst>
                    <a:ext uri="{9D8B030D-6E8A-4147-A177-3AD203B41FA5}">
                      <a16:colId xmlns:a16="http://schemas.microsoft.com/office/drawing/2014/main" val="2697283859"/>
                    </a:ext>
                  </a:extLst>
                </a:gridCol>
                <a:gridCol w="4625716">
                  <a:extLst>
                    <a:ext uri="{9D8B030D-6E8A-4147-A177-3AD203B41FA5}">
                      <a16:colId xmlns:a16="http://schemas.microsoft.com/office/drawing/2014/main" val="2981395469"/>
                    </a:ext>
                  </a:extLst>
                </a:gridCol>
              </a:tblGrid>
              <a:tr h="170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게임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400" dirty="0"/>
                        <a:t>Hello2Halo</a:t>
                      </a:r>
                      <a:endParaRPr lang="ko-KR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317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게임 장르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400" dirty="0"/>
                        <a:t>TPS </a:t>
                      </a:r>
                      <a:r>
                        <a:rPr lang="ko-KR" altLang="en-US" sz="2400" dirty="0"/>
                        <a:t>팀 플레이 히어로 슈팅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511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개발 언어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400" dirty="0"/>
                        <a:t>Rust</a:t>
                      </a:r>
                      <a:endParaRPr lang="ko-KR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134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개발 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Windows, macOS, </a:t>
                      </a:r>
                      <a:r>
                        <a:rPr lang="en-US" altLang="ko-KR" sz="1600" dirty="0" err="1"/>
                        <a:t>tokio</a:t>
                      </a:r>
                      <a:r>
                        <a:rPr lang="en-US" altLang="ko-KR" sz="1600" dirty="0"/>
                        <a:t>, </a:t>
                      </a:r>
                      <a:r>
                        <a:rPr lang="en-US" altLang="ko-KR" sz="1600" dirty="0" err="1"/>
                        <a:t>wgpu</a:t>
                      </a:r>
                      <a:r>
                        <a:rPr lang="en-US" altLang="ko-KR" sz="1600" dirty="0"/>
                        <a:t>, Visual Studio Code, git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046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제작 인원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400" dirty="0"/>
                        <a:t>3</a:t>
                      </a:r>
                      <a:r>
                        <a:rPr lang="ko-KR" altLang="en-US" sz="2400" dirty="0"/>
                        <a:t>명 </a:t>
                      </a:r>
                      <a:r>
                        <a:rPr lang="en-US" altLang="ko-KR" sz="2400" dirty="0"/>
                        <a:t>(</a:t>
                      </a:r>
                      <a:r>
                        <a:rPr lang="ko-KR" altLang="en-US" sz="2400" dirty="0"/>
                        <a:t>클라이언트 </a:t>
                      </a:r>
                      <a:r>
                        <a:rPr lang="en-US" altLang="ko-KR" sz="2400" dirty="0"/>
                        <a:t>1,</a:t>
                      </a:r>
                      <a:r>
                        <a:rPr lang="ko-KR" altLang="en-US" sz="2400" dirty="0"/>
                        <a:t> 서버 </a:t>
                      </a:r>
                      <a:r>
                        <a:rPr lang="en-US" altLang="ko-KR" sz="2400" dirty="0"/>
                        <a:t>2)</a:t>
                      </a:r>
                      <a:endParaRPr lang="ko-KR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842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담당 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클라이언트 개발 및 프로젝트 총괄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715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제작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400" dirty="0"/>
                        <a:t>2024/07</a:t>
                      </a:r>
                      <a:r>
                        <a:rPr lang="ko-KR" altLang="en-US" sz="2400" dirty="0"/>
                        <a:t> </a:t>
                      </a:r>
                      <a:r>
                        <a:rPr lang="en-US" altLang="ko-KR" sz="2400" dirty="0"/>
                        <a:t>–</a:t>
                      </a:r>
                      <a:r>
                        <a:rPr lang="ko-KR" altLang="en-US" sz="2400" dirty="0"/>
                        <a:t> </a:t>
                      </a:r>
                      <a:r>
                        <a:rPr lang="en-US" altLang="ko-KR" sz="2400" dirty="0"/>
                        <a:t>2025/07</a:t>
                      </a:r>
                      <a:endParaRPr lang="ko-KR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110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게임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최대 </a:t>
                      </a: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명의 플레이어가 두팀으로 나뉘어 제한 시간 안에 거점을 점령하거나 더 높은 점령 게이지를 보유한 팀이 승리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196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52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9DA97-91FD-43FA-0117-6765D830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D14ECC-97CE-9197-2F3C-5574DAF00B38}"/>
              </a:ext>
            </a:extLst>
          </p:cNvPr>
          <p:cNvSpPr txBox="1"/>
          <p:nvPr/>
        </p:nvSpPr>
        <p:spPr>
          <a:xfrm>
            <a:off x="0" y="0"/>
            <a:ext cx="3913632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ko-KR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1.</a:t>
            </a:r>
            <a:r>
              <a:rPr kumimoji="1" lang="ko-KR" altLang="en-US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 졸업작품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BC41AC8-69D3-A89D-8A28-79979174EB1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474059"/>
            <a:ext cx="11915931" cy="6142503"/>
            <a:chOff x="0" y="474059"/>
            <a:chExt cx="11915931" cy="6142503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7B07161-F1A8-D202-BC4C-0816CCD676F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28469" y="936256"/>
              <a:ext cx="11487462" cy="5680306"/>
              <a:chOff x="428469" y="393837"/>
              <a:chExt cx="11487462" cy="6222725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AEA2032C-6146-17EB-2A03-20E36D349F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0869" y="546237"/>
                <a:ext cx="11335062" cy="607032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2AD19770-D07B-38E2-6D2F-3FCF16B145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8469" y="393837"/>
                <a:ext cx="11335062" cy="6070325"/>
              </a:xfrm>
              <a:prstGeom prst="rect">
                <a:avLst/>
              </a:prstGeom>
              <a:solidFill>
                <a:srgbClr val="FEC7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711B4A39-C065-AE65-59E5-AE0490CD16A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0" y="936256"/>
              <a:ext cx="3913632" cy="0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B50178C0-A851-B35B-49E0-9A6463E3EA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428469" y="474059"/>
              <a:ext cx="0" cy="2340344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D682DCF-57C1-2BC4-1D82-348F268C0BB7}"/>
              </a:ext>
            </a:extLst>
          </p:cNvPr>
          <p:cNvSpPr txBox="1"/>
          <p:nvPr/>
        </p:nvSpPr>
        <p:spPr>
          <a:xfrm>
            <a:off x="428468" y="964903"/>
            <a:ext cx="348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kumimoji="1" lang="ko-KR" altLang="en-US" b="1" dirty="0" err="1"/>
              <a:t>에셋</a:t>
            </a:r>
            <a:r>
              <a:rPr kumimoji="1" lang="ko-KR" altLang="en-US" b="1" dirty="0"/>
              <a:t> 로드</a:t>
            </a:r>
          </a:p>
        </p:txBody>
      </p:sp>
    </p:spTree>
    <p:extLst>
      <p:ext uri="{BB962C8B-B14F-4D97-AF65-F5344CB8AC3E}">
        <p14:creationId xmlns:p14="http://schemas.microsoft.com/office/powerpoint/2010/main" val="3138854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1B05-0F77-9452-2834-1A75B2D1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0CB5DB-0EFA-D8DD-A71D-75A9EED84016}"/>
              </a:ext>
            </a:extLst>
          </p:cNvPr>
          <p:cNvSpPr txBox="1"/>
          <p:nvPr/>
        </p:nvSpPr>
        <p:spPr>
          <a:xfrm>
            <a:off x="0" y="0"/>
            <a:ext cx="3913632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ko-KR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1.</a:t>
            </a:r>
            <a:r>
              <a:rPr kumimoji="1" lang="ko-KR" altLang="en-US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 졸업작품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5FA894D-E93B-7A45-8E29-2578EB3202C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474059"/>
            <a:ext cx="11915931" cy="6142503"/>
            <a:chOff x="0" y="474059"/>
            <a:chExt cx="11915931" cy="6142503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0107966-C5A5-55B3-594C-CAF3C538EF6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28469" y="936256"/>
              <a:ext cx="11487462" cy="5680306"/>
              <a:chOff x="428469" y="393837"/>
              <a:chExt cx="11487462" cy="6222725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B9EABF99-7820-87A5-F6ED-89442EC0307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0869" y="546237"/>
                <a:ext cx="11335062" cy="607032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5655C501-D1AA-15E2-7FED-1E1E9A8E32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8469" y="393837"/>
                <a:ext cx="11335062" cy="6070325"/>
              </a:xfrm>
              <a:prstGeom prst="rect">
                <a:avLst/>
              </a:prstGeom>
              <a:solidFill>
                <a:srgbClr val="FEC7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41A19C9F-7A7F-0F77-EB40-EB1D8506990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0" y="936256"/>
              <a:ext cx="3913632" cy="0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90CF498B-4F4D-DE33-AAAB-D0057BE2867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428469" y="474059"/>
              <a:ext cx="0" cy="2340344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B7D44D-6AB7-A83C-8EAC-5587F487529C}"/>
              </a:ext>
            </a:extLst>
          </p:cNvPr>
          <p:cNvSpPr txBox="1"/>
          <p:nvPr/>
        </p:nvSpPr>
        <p:spPr>
          <a:xfrm>
            <a:off x="428468" y="964903"/>
            <a:ext cx="348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kumimoji="1" lang="ko-KR" altLang="en-US" b="1" dirty="0"/>
              <a:t>캐릭터 애니메이션</a:t>
            </a:r>
          </a:p>
        </p:txBody>
      </p:sp>
    </p:spTree>
    <p:extLst>
      <p:ext uri="{BB962C8B-B14F-4D97-AF65-F5344CB8AC3E}">
        <p14:creationId xmlns:p14="http://schemas.microsoft.com/office/powerpoint/2010/main" val="3693308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7EBFE-0A64-8B48-0817-BA0EF237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B3DD97-5EDB-FA4E-8CA2-5A4DDD34B9AC}"/>
              </a:ext>
            </a:extLst>
          </p:cNvPr>
          <p:cNvSpPr txBox="1"/>
          <p:nvPr/>
        </p:nvSpPr>
        <p:spPr>
          <a:xfrm>
            <a:off x="0" y="0"/>
            <a:ext cx="3913632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ko-KR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1.</a:t>
            </a:r>
            <a:r>
              <a:rPr kumimoji="1" lang="ko-KR" altLang="en-US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 졸업작품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269A98D-7467-B5B4-E3BA-B2E93E09C2B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474059"/>
            <a:ext cx="11915931" cy="6142503"/>
            <a:chOff x="0" y="474059"/>
            <a:chExt cx="11915931" cy="6142503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BC04002-84A1-47D8-90E0-D3DFC16DFFB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28469" y="936256"/>
              <a:ext cx="11487462" cy="5680306"/>
              <a:chOff x="428469" y="393837"/>
              <a:chExt cx="11487462" cy="6222725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2E21DA48-D68A-E4A1-2BDF-239FE48BAF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0869" y="546237"/>
                <a:ext cx="11335062" cy="607032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37B805B-04E9-CB55-3BF4-B7A5AC570E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8469" y="393837"/>
                <a:ext cx="11335062" cy="6070325"/>
              </a:xfrm>
              <a:prstGeom prst="rect">
                <a:avLst/>
              </a:prstGeom>
              <a:solidFill>
                <a:srgbClr val="FEC7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3ED4ECB5-5D5D-5DDC-159D-99916D0871E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0" y="936256"/>
              <a:ext cx="3913632" cy="0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87436C86-5506-E3AC-00DF-52FCA9E45FE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428469" y="474059"/>
              <a:ext cx="0" cy="2340344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4EE0C83-AD9E-ED64-8825-FCF341FB6790}"/>
              </a:ext>
            </a:extLst>
          </p:cNvPr>
          <p:cNvSpPr txBox="1"/>
          <p:nvPr/>
        </p:nvSpPr>
        <p:spPr>
          <a:xfrm>
            <a:off x="428468" y="964903"/>
            <a:ext cx="348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kumimoji="1" lang="ko-KR" altLang="en-US" b="1" dirty="0"/>
              <a:t>그림자 구현</a:t>
            </a:r>
          </a:p>
        </p:txBody>
      </p:sp>
    </p:spTree>
    <p:extLst>
      <p:ext uri="{BB962C8B-B14F-4D97-AF65-F5344CB8AC3E}">
        <p14:creationId xmlns:p14="http://schemas.microsoft.com/office/powerpoint/2010/main" val="2155409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FD378-2118-98B5-1214-1F90D09B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9BAA4CD-B081-644B-D24B-EEC42D8653BD}"/>
              </a:ext>
            </a:extLst>
          </p:cNvPr>
          <p:cNvSpPr txBox="1"/>
          <p:nvPr/>
        </p:nvSpPr>
        <p:spPr>
          <a:xfrm>
            <a:off x="0" y="0"/>
            <a:ext cx="3913632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ko-KR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1.</a:t>
            </a:r>
            <a:r>
              <a:rPr kumimoji="1" lang="ko-KR" altLang="en-US" sz="4400" b="1" dirty="0">
                <a:latin typeface="Malgun Gothic" panose="020B0503020000020004" pitchFamily="34" charset="-127"/>
                <a:ea typeface="Malgun Gothic" panose="020B0503020000020004" pitchFamily="34" charset="-127"/>
                <a:cs typeface="Consolas" panose="020B0609020204030204" pitchFamily="49" charset="0"/>
              </a:rPr>
              <a:t> 졸업작품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2DC0265-610C-4693-4266-E5E788F3E46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474059"/>
            <a:ext cx="11915931" cy="6142503"/>
            <a:chOff x="0" y="474059"/>
            <a:chExt cx="11915931" cy="6142503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10932C1-B1B5-2714-7FAE-876E8B63403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28469" y="936256"/>
              <a:ext cx="11487462" cy="5680306"/>
              <a:chOff x="428469" y="393837"/>
              <a:chExt cx="11487462" cy="6222725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7607D572-096F-913B-A39A-B9004BCBD93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0869" y="546237"/>
                <a:ext cx="11335062" cy="607032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EBCE7D93-0D0E-FC70-0654-3602D473A2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8469" y="393837"/>
                <a:ext cx="11335062" cy="6070325"/>
              </a:xfrm>
              <a:prstGeom prst="rect">
                <a:avLst/>
              </a:prstGeom>
              <a:solidFill>
                <a:srgbClr val="FEC7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CE7B43DC-1182-9316-BB0A-44C27EFCBDB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0" y="936256"/>
              <a:ext cx="3913632" cy="0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32F4A51B-B6AD-AD46-EFCD-0BE2EEF7FE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428469" y="474059"/>
              <a:ext cx="0" cy="2340344"/>
            </a:xfrm>
            <a:prstGeom prst="line">
              <a:avLst/>
            </a:prstGeom>
            <a:ln w="19050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B8F9EF8-7292-22B7-DE17-3D7476B4F9FA}"/>
              </a:ext>
            </a:extLst>
          </p:cNvPr>
          <p:cNvSpPr txBox="1"/>
          <p:nvPr/>
        </p:nvSpPr>
        <p:spPr>
          <a:xfrm>
            <a:off x="428468" y="964903"/>
            <a:ext cx="348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kumimoji="1" lang="en-US" altLang="ko-KR" b="1" dirty="0"/>
              <a:t>Deferred Rendering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19623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159</Words>
  <Application>Microsoft Macintosh PowerPoint</Application>
  <PresentationFormat>와이드스크린</PresentationFormat>
  <Paragraphs>56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종민 이</dc:creator>
  <cp:lastModifiedBy>종민 이</cp:lastModifiedBy>
  <cp:revision>33</cp:revision>
  <dcterms:created xsi:type="dcterms:W3CDTF">2025-08-18T00:58:40Z</dcterms:created>
  <dcterms:modified xsi:type="dcterms:W3CDTF">2025-08-18T03:41:32Z</dcterms:modified>
</cp:coreProperties>
</file>